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2" r:id="rId1"/>
  </p:sldMasterIdLst>
  <p:notesMasterIdLst>
    <p:notesMasterId r:id="rId11"/>
  </p:notesMasterIdLst>
  <p:sldIdLst>
    <p:sldId id="256" r:id="rId2"/>
    <p:sldId id="258" r:id="rId3"/>
    <p:sldId id="259" r:id="rId4"/>
    <p:sldId id="260" r:id="rId5"/>
    <p:sldId id="262" r:id="rId6"/>
    <p:sldId id="264" r:id="rId7"/>
    <p:sldId id="274" r:id="rId8"/>
    <p:sldId id="273" r:id="rId9"/>
    <p:sldId id="276" r:id="rId1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24F199E-F192-4DCC-8E23-968DF69702C7}">
  <a:tblStyle styleId="{E24F199E-F192-4DCC-8E23-968DF69702C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40ED5B2-AF06-401F-8E4F-529C710BF3CA}"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1"/>
        <p:cNvGrpSpPr/>
        <p:nvPr/>
      </p:nvGrpSpPr>
      <p:grpSpPr>
        <a:xfrm>
          <a:off x="0" y="0"/>
          <a:ext cx="0" cy="0"/>
          <a:chOff x="0" y="0"/>
          <a:chExt cx="0" cy="0"/>
        </a:xfrm>
      </p:grpSpPr>
      <p:sp>
        <p:nvSpPr>
          <p:cNvPr id="1452" name="Google Shape;1452;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3" name="Google Shape;1453;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6"/>
        <p:cNvGrpSpPr/>
        <p:nvPr/>
      </p:nvGrpSpPr>
      <p:grpSpPr>
        <a:xfrm>
          <a:off x="0" y="0"/>
          <a:ext cx="0" cy="0"/>
          <a:chOff x="0" y="0"/>
          <a:chExt cx="0" cy="0"/>
        </a:xfrm>
      </p:grpSpPr>
      <p:sp>
        <p:nvSpPr>
          <p:cNvPr id="1477" name="Google Shape;1477;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8" name="Google Shape;1478;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3"/>
        <p:cNvGrpSpPr/>
        <p:nvPr/>
      </p:nvGrpSpPr>
      <p:grpSpPr>
        <a:xfrm>
          <a:off x="0" y="0"/>
          <a:ext cx="0" cy="0"/>
          <a:chOff x="0" y="0"/>
          <a:chExt cx="0" cy="0"/>
        </a:xfrm>
      </p:grpSpPr>
      <p:sp>
        <p:nvSpPr>
          <p:cNvPr id="1494" name="Google Shape;1494;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5" name="Google Shape;1495;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0"/>
        <p:cNvGrpSpPr/>
        <p:nvPr/>
      </p:nvGrpSpPr>
      <p:grpSpPr>
        <a:xfrm>
          <a:off x="0" y="0"/>
          <a:ext cx="0" cy="0"/>
          <a:chOff x="0" y="0"/>
          <a:chExt cx="0" cy="0"/>
        </a:xfrm>
      </p:grpSpPr>
      <p:sp>
        <p:nvSpPr>
          <p:cNvPr id="1501" name="Google Shape;1501;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2" name="Google Shape;1502;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1"/>
        <p:cNvGrpSpPr/>
        <p:nvPr/>
      </p:nvGrpSpPr>
      <p:grpSpPr>
        <a:xfrm>
          <a:off x="0" y="0"/>
          <a:ext cx="0" cy="0"/>
          <a:chOff x="0" y="0"/>
          <a:chExt cx="0" cy="0"/>
        </a:xfrm>
      </p:grpSpPr>
      <p:sp>
        <p:nvSpPr>
          <p:cNvPr id="1562" name="Google Shape;1562;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3" name="Google Shape;1563;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7"/>
        <p:cNvGrpSpPr/>
        <p:nvPr/>
      </p:nvGrpSpPr>
      <p:grpSpPr>
        <a:xfrm>
          <a:off x="0" y="0"/>
          <a:ext cx="0" cy="0"/>
          <a:chOff x="0" y="0"/>
          <a:chExt cx="0" cy="0"/>
        </a:xfrm>
      </p:grpSpPr>
      <p:sp>
        <p:nvSpPr>
          <p:cNvPr id="1588" name="Google Shape;1588;g54dda1946d_6_3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9" name="Google Shape;1589;g54dda1946d_6_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4"/>
        <p:cNvGrpSpPr/>
        <p:nvPr/>
      </p:nvGrpSpPr>
      <p:grpSpPr>
        <a:xfrm>
          <a:off x="0" y="0"/>
          <a:ext cx="0" cy="0"/>
          <a:chOff x="0" y="0"/>
          <a:chExt cx="0" cy="0"/>
        </a:xfrm>
      </p:grpSpPr>
      <p:sp>
        <p:nvSpPr>
          <p:cNvPr id="1815" name="Google Shape;1815;g54dda1946d_6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6" name="Google Shape;1816;g54dda1946d_6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6"/>
        <p:cNvGrpSpPr/>
        <p:nvPr/>
      </p:nvGrpSpPr>
      <p:grpSpPr>
        <a:xfrm>
          <a:off x="0" y="0"/>
          <a:ext cx="0" cy="0"/>
          <a:chOff x="0" y="0"/>
          <a:chExt cx="0" cy="0"/>
        </a:xfrm>
      </p:grpSpPr>
      <p:sp>
        <p:nvSpPr>
          <p:cNvPr id="1807" name="Google Shape;1807;g1e71a4a866a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8" name="Google Shape;1808;g1e71a4a866a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800325" y="1468875"/>
            <a:ext cx="7543800" cy="17301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191919"/>
              </a:buClr>
              <a:buSzPts val="5200"/>
              <a:buNone/>
              <a:defRPr sz="41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2275875" y="3198825"/>
            <a:ext cx="4592400" cy="4758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817341" y="-872068"/>
            <a:ext cx="10581139" cy="7505539"/>
            <a:chOff x="-817341" y="-872068"/>
            <a:chExt cx="10581139" cy="7505539"/>
          </a:xfrm>
        </p:grpSpPr>
        <p:grpSp>
          <p:nvGrpSpPr>
            <p:cNvPr id="12" name="Google Shape;12;p2"/>
            <p:cNvGrpSpPr/>
            <p:nvPr/>
          </p:nvGrpSpPr>
          <p:grpSpPr>
            <a:xfrm>
              <a:off x="4353534" y="3189744"/>
              <a:ext cx="5410264" cy="3443726"/>
              <a:chOff x="4353534" y="3189744"/>
              <a:chExt cx="5410264" cy="3443726"/>
            </a:xfrm>
          </p:grpSpPr>
          <p:sp>
            <p:nvSpPr>
              <p:cNvPr id="13" name="Google Shape;13;p2"/>
              <p:cNvSpPr/>
              <p:nvPr/>
            </p:nvSpPr>
            <p:spPr>
              <a:xfrm rot="10800000">
                <a:off x="9569398" y="5312996"/>
                <a:ext cx="194400" cy="194400"/>
              </a:xfrm>
              <a:prstGeom prst="ellipse">
                <a:avLst/>
              </a:prstGeom>
              <a:solidFill>
                <a:schemeClr val="accent1"/>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 name="Google Shape;14;p2"/>
              <p:cNvSpPr/>
              <p:nvPr/>
            </p:nvSpPr>
            <p:spPr>
              <a:xfrm rot="10800000">
                <a:off x="7135026" y="6232348"/>
                <a:ext cx="194400" cy="194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 name="Google Shape;15;p2"/>
              <p:cNvSpPr/>
              <p:nvPr/>
            </p:nvSpPr>
            <p:spPr>
              <a:xfrm rot="10800000">
                <a:off x="7563119" y="3751240"/>
                <a:ext cx="401400" cy="40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6" name="Google Shape;16;p2"/>
              <p:cNvSpPr/>
              <p:nvPr/>
            </p:nvSpPr>
            <p:spPr>
              <a:xfrm rot="10800000">
                <a:off x="8060378" y="5344924"/>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7" name="Google Shape;17;p2"/>
              <p:cNvSpPr/>
              <p:nvPr/>
            </p:nvSpPr>
            <p:spPr>
              <a:xfrm rot="10800000">
                <a:off x="9245065" y="6281371"/>
                <a:ext cx="96300" cy="963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8" name="Google Shape;18;p2"/>
              <p:cNvSpPr/>
              <p:nvPr/>
            </p:nvSpPr>
            <p:spPr>
              <a:xfrm rot="10800000">
                <a:off x="8060378" y="6502970"/>
                <a:ext cx="130500" cy="130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9" name="Google Shape;19;p2"/>
              <p:cNvSpPr/>
              <p:nvPr/>
            </p:nvSpPr>
            <p:spPr>
              <a:xfrm rot="10800000">
                <a:off x="8948809" y="4403302"/>
                <a:ext cx="130500" cy="130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0" name="Google Shape;20;p2"/>
              <p:cNvSpPr/>
              <p:nvPr/>
            </p:nvSpPr>
            <p:spPr>
              <a:xfrm rot="10800000">
                <a:off x="4353534" y="4683377"/>
                <a:ext cx="96300" cy="96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21" name="Google Shape;21;p2"/>
              <p:cNvCxnSpPr>
                <a:stCxn id="17" idx="5"/>
                <a:endCxn id="16" idx="1"/>
              </p:cNvCxnSpPr>
              <p:nvPr/>
            </p:nvCxnSpPr>
            <p:spPr>
              <a:xfrm rot="10800000">
                <a:off x="8171668" y="5456374"/>
                <a:ext cx="1087500" cy="839100"/>
              </a:xfrm>
              <a:prstGeom prst="straightConnector1">
                <a:avLst/>
              </a:prstGeom>
              <a:noFill/>
              <a:ln w="9525" cap="flat" cmpd="sng">
                <a:solidFill>
                  <a:schemeClr val="dk2"/>
                </a:solidFill>
                <a:prstDash val="solid"/>
                <a:round/>
                <a:headEnd type="none" w="med" len="med"/>
                <a:tailEnd type="none" w="med" len="med"/>
              </a:ln>
            </p:spPr>
          </p:cxnSp>
          <p:cxnSp>
            <p:nvCxnSpPr>
              <p:cNvPr id="22" name="Google Shape;22;p2"/>
              <p:cNvCxnSpPr>
                <a:stCxn id="18" idx="4"/>
                <a:endCxn id="16" idx="0"/>
              </p:cNvCxnSpPr>
              <p:nvPr/>
            </p:nvCxnSpPr>
            <p:spPr>
              <a:xfrm rot="10800000">
                <a:off x="8125628" y="5475470"/>
                <a:ext cx="0" cy="1027500"/>
              </a:xfrm>
              <a:prstGeom prst="straightConnector1">
                <a:avLst/>
              </a:prstGeom>
              <a:noFill/>
              <a:ln w="9525" cap="flat" cmpd="sng">
                <a:solidFill>
                  <a:schemeClr val="dk2"/>
                </a:solidFill>
                <a:prstDash val="solid"/>
                <a:round/>
                <a:headEnd type="none" w="med" len="med"/>
                <a:tailEnd type="none" w="med" len="med"/>
              </a:ln>
            </p:spPr>
          </p:cxnSp>
          <p:cxnSp>
            <p:nvCxnSpPr>
              <p:cNvPr id="23" name="Google Shape;23;p2"/>
              <p:cNvCxnSpPr>
                <a:stCxn id="13" idx="6"/>
                <a:endCxn id="16" idx="2"/>
              </p:cNvCxnSpPr>
              <p:nvPr/>
            </p:nvCxnSpPr>
            <p:spPr>
              <a:xfrm rot="10800000">
                <a:off x="8190898" y="5410196"/>
                <a:ext cx="1378500" cy="0"/>
              </a:xfrm>
              <a:prstGeom prst="straightConnector1">
                <a:avLst/>
              </a:prstGeom>
              <a:noFill/>
              <a:ln w="9525" cap="flat" cmpd="sng">
                <a:solidFill>
                  <a:schemeClr val="dk2"/>
                </a:solidFill>
                <a:prstDash val="solid"/>
                <a:round/>
                <a:headEnd type="none" w="med" len="med"/>
                <a:tailEnd type="none" w="med" len="med"/>
              </a:ln>
            </p:spPr>
          </p:cxnSp>
          <p:cxnSp>
            <p:nvCxnSpPr>
              <p:cNvPr id="24" name="Google Shape;24;p2"/>
              <p:cNvCxnSpPr>
                <a:stCxn id="13" idx="0"/>
                <a:endCxn id="17" idx="3"/>
              </p:cNvCxnSpPr>
              <p:nvPr/>
            </p:nvCxnSpPr>
            <p:spPr>
              <a:xfrm flipH="1">
                <a:off x="9327298" y="5507396"/>
                <a:ext cx="339300" cy="788100"/>
              </a:xfrm>
              <a:prstGeom prst="straightConnector1">
                <a:avLst/>
              </a:prstGeom>
              <a:noFill/>
              <a:ln w="9525" cap="flat" cmpd="sng">
                <a:solidFill>
                  <a:schemeClr val="dk2"/>
                </a:solidFill>
                <a:prstDash val="solid"/>
                <a:round/>
                <a:headEnd type="none" w="med" len="med"/>
                <a:tailEnd type="none" w="med" len="med"/>
              </a:ln>
            </p:spPr>
          </p:cxnSp>
          <p:cxnSp>
            <p:nvCxnSpPr>
              <p:cNvPr id="25" name="Google Shape;25;p2"/>
              <p:cNvCxnSpPr>
                <a:stCxn id="17" idx="7"/>
                <a:endCxn id="18" idx="2"/>
              </p:cNvCxnSpPr>
              <p:nvPr/>
            </p:nvCxnSpPr>
            <p:spPr>
              <a:xfrm flipH="1">
                <a:off x="8190868" y="6363568"/>
                <a:ext cx="1068300" cy="204600"/>
              </a:xfrm>
              <a:prstGeom prst="straightConnector1">
                <a:avLst/>
              </a:prstGeom>
              <a:noFill/>
              <a:ln w="9525" cap="flat" cmpd="sng">
                <a:solidFill>
                  <a:schemeClr val="dk2"/>
                </a:solidFill>
                <a:prstDash val="solid"/>
                <a:round/>
                <a:headEnd type="none" w="med" len="med"/>
                <a:tailEnd type="none" w="med" len="med"/>
              </a:ln>
            </p:spPr>
          </p:cxnSp>
          <p:cxnSp>
            <p:nvCxnSpPr>
              <p:cNvPr id="26" name="Google Shape;26;p2"/>
              <p:cNvCxnSpPr>
                <a:stCxn id="18" idx="6"/>
                <a:endCxn id="14" idx="2"/>
              </p:cNvCxnSpPr>
              <p:nvPr/>
            </p:nvCxnSpPr>
            <p:spPr>
              <a:xfrm rot="10800000">
                <a:off x="7329278" y="6329420"/>
                <a:ext cx="731100" cy="238800"/>
              </a:xfrm>
              <a:prstGeom prst="straightConnector1">
                <a:avLst/>
              </a:prstGeom>
              <a:noFill/>
              <a:ln w="9525" cap="flat" cmpd="sng">
                <a:solidFill>
                  <a:schemeClr val="dk2"/>
                </a:solidFill>
                <a:prstDash val="solid"/>
                <a:round/>
                <a:headEnd type="none" w="med" len="med"/>
                <a:tailEnd type="none" w="med" len="med"/>
              </a:ln>
            </p:spPr>
          </p:cxnSp>
          <p:cxnSp>
            <p:nvCxnSpPr>
              <p:cNvPr id="27" name="Google Shape;27;p2"/>
              <p:cNvCxnSpPr>
                <a:stCxn id="16" idx="7"/>
                <a:endCxn id="14" idx="3"/>
              </p:cNvCxnSpPr>
              <p:nvPr/>
            </p:nvCxnSpPr>
            <p:spPr>
              <a:xfrm flipH="1">
                <a:off x="7300989" y="5456313"/>
                <a:ext cx="778500" cy="804600"/>
              </a:xfrm>
              <a:prstGeom prst="straightConnector1">
                <a:avLst/>
              </a:prstGeom>
              <a:noFill/>
              <a:ln w="9525" cap="flat" cmpd="sng">
                <a:solidFill>
                  <a:schemeClr val="dk2"/>
                </a:solidFill>
                <a:prstDash val="solid"/>
                <a:round/>
                <a:headEnd type="none" w="med" len="med"/>
                <a:tailEnd type="none" w="med" len="med"/>
              </a:ln>
            </p:spPr>
          </p:cxnSp>
          <p:cxnSp>
            <p:nvCxnSpPr>
              <p:cNvPr id="28" name="Google Shape;28;p2"/>
              <p:cNvCxnSpPr>
                <a:stCxn id="13" idx="5"/>
                <a:endCxn id="19" idx="1"/>
              </p:cNvCxnSpPr>
              <p:nvPr/>
            </p:nvCxnSpPr>
            <p:spPr>
              <a:xfrm rot="10800000">
                <a:off x="9060267" y="4514665"/>
                <a:ext cx="537600" cy="826800"/>
              </a:xfrm>
              <a:prstGeom prst="straightConnector1">
                <a:avLst/>
              </a:prstGeom>
              <a:noFill/>
              <a:ln w="9525" cap="flat" cmpd="sng">
                <a:solidFill>
                  <a:schemeClr val="dk2"/>
                </a:solidFill>
                <a:prstDash val="solid"/>
                <a:round/>
                <a:headEnd type="none" w="med" len="med"/>
                <a:tailEnd type="none" w="med" len="med"/>
              </a:ln>
            </p:spPr>
          </p:cxnSp>
          <p:cxnSp>
            <p:nvCxnSpPr>
              <p:cNvPr id="29" name="Google Shape;29;p2"/>
              <p:cNvCxnSpPr>
                <a:stCxn id="19" idx="7"/>
                <a:endCxn id="16" idx="3"/>
              </p:cNvCxnSpPr>
              <p:nvPr/>
            </p:nvCxnSpPr>
            <p:spPr>
              <a:xfrm flipH="1">
                <a:off x="8171720" y="4514691"/>
                <a:ext cx="796200" cy="849300"/>
              </a:xfrm>
              <a:prstGeom prst="straightConnector1">
                <a:avLst/>
              </a:prstGeom>
              <a:noFill/>
              <a:ln w="9525" cap="flat" cmpd="sng">
                <a:solidFill>
                  <a:schemeClr val="dk2"/>
                </a:solidFill>
                <a:prstDash val="solid"/>
                <a:round/>
                <a:headEnd type="none" w="med" len="med"/>
                <a:tailEnd type="none" w="med" len="med"/>
              </a:ln>
            </p:spPr>
          </p:cxnSp>
          <p:cxnSp>
            <p:nvCxnSpPr>
              <p:cNvPr id="30" name="Google Shape;30;p2"/>
              <p:cNvCxnSpPr>
                <a:stCxn id="19" idx="7"/>
                <a:endCxn id="15" idx="1"/>
              </p:cNvCxnSpPr>
              <p:nvPr/>
            </p:nvCxnSpPr>
            <p:spPr>
              <a:xfrm rot="10800000">
                <a:off x="7905620" y="4093791"/>
                <a:ext cx="1062300" cy="420900"/>
              </a:xfrm>
              <a:prstGeom prst="straightConnector1">
                <a:avLst/>
              </a:prstGeom>
              <a:noFill/>
              <a:ln w="9525" cap="flat" cmpd="sng">
                <a:solidFill>
                  <a:schemeClr val="dk2"/>
                </a:solidFill>
                <a:prstDash val="solid"/>
                <a:round/>
                <a:headEnd type="none" w="med" len="med"/>
                <a:tailEnd type="none" w="med" len="med"/>
              </a:ln>
            </p:spPr>
          </p:cxnSp>
          <p:cxnSp>
            <p:nvCxnSpPr>
              <p:cNvPr id="31" name="Google Shape;31;p2"/>
              <p:cNvCxnSpPr>
                <a:stCxn id="15" idx="0"/>
                <a:endCxn id="16" idx="5"/>
              </p:cNvCxnSpPr>
              <p:nvPr/>
            </p:nvCxnSpPr>
            <p:spPr>
              <a:xfrm>
                <a:off x="7763819" y="4152640"/>
                <a:ext cx="315600" cy="1211400"/>
              </a:xfrm>
              <a:prstGeom prst="straightConnector1">
                <a:avLst/>
              </a:prstGeom>
              <a:noFill/>
              <a:ln w="9525" cap="flat" cmpd="sng">
                <a:solidFill>
                  <a:schemeClr val="dk2"/>
                </a:solidFill>
                <a:prstDash val="solid"/>
                <a:round/>
                <a:headEnd type="none" w="med" len="med"/>
                <a:tailEnd type="none" w="med" len="med"/>
              </a:ln>
            </p:spPr>
          </p:cxnSp>
          <p:cxnSp>
            <p:nvCxnSpPr>
              <p:cNvPr id="32" name="Google Shape;32;p2"/>
              <p:cNvCxnSpPr>
                <a:stCxn id="15" idx="7"/>
                <a:endCxn id="20" idx="2"/>
              </p:cNvCxnSpPr>
              <p:nvPr/>
            </p:nvCxnSpPr>
            <p:spPr>
              <a:xfrm flipH="1">
                <a:off x="4449703" y="4093857"/>
                <a:ext cx="3172200" cy="637800"/>
              </a:xfrm>
              <a:prstGeom prst="straightConnector1">
                <a:avLst/>
              </a:prstGeom>
              <a:noFill/>
              <a:ln w="9525" cap="flat" cmpd="sng">
                <a:solidFill>
                  <a:schemeClr val="dk2"/>
                </a:solidFill>
                <a:prstDash val="solid"/>
                <a:round/>
                <a:headEnd type="none" w="med" len="med"/>
                <a:tailEnd type="none" w="med" len="med"/>
              </a:ln>
            </p:spPr>
          </p:cxnSp>
          <p:cxnSp>
            <p:nvCxnSpPr>
              <p:cNvPr id="33" name="Google Shape;33;p2"/>
              <p:cNvCxnSpPr>
                <a:stCxn id="20" idx="1"/>
                <a:endCxn id="14" idx="5"/>
              </p:cNvCxnSpPr>
              <p:nvPr/>
            </p:nvCxnSpPr>
            <p:spPr>
              <a:xfrm>
                <a:off x="4435731" y="4765575"/>
                <a:ext cx="2727900" cy="1495200"/>
              </a:xfrm>
              <a:prstGeom prst="straightConnector1">
                <a:avLst/>
              </a:prstGeom>
              <a:noFill/>
              <a:ln w="9525" cap="flat" cmpd="sng">
                <a:solidFill>
                  <a:schemeClr val="dk2"/>
                </a:solidFill>
                <a:prstDash val="solid"/>
                <a:round/>
                <a:headEnd type="none" w="med" len="med"/>
                <a:tailEnd type="none" w="med" len="med"/>
              </a:ln>
            </p:spPr>
          </p:cxnSp>
          <p:cxnSp>
            <p:nvCxnSpPr>
              <p:cNvPr id="34" name="Google Shape;34;p2"/>
              <p:cNvCxnSpPr>
                <a:stCxn id="17" idx="6"/>
                <a:endCxn id="20" idx="1"/>
              </p:cNvCxnSpPr>
              <p:nvPr/>
            </p:nvCxnSpPr>
            <p:spPr>
              <a:xfrm rot="10800000">
                <a:off x="4435765" y="4765621"/>
                <a:ext cx="4809300" cy="1563900"/>
              </a:xfrm>
              <a:prstGeom prst="straightConnector1">
                <a:avLst/>
              </a:prstGeom>
              <a:noFill/>
              <a:ln w="9525" cap="flat" cmpd="sng">
                <a:solidFill>
                  <a:schemeClr val="dk2"/>
                </a:solidFill>
                <a:prstDash val="solid"/>
                <a:round/>
                <a:headEnd type="none" w="med" len="med"/>
                <a:tailEnd type="none" w="med" len="med"/>
              </a:ln>
            </p:spPr>
          </p:cxnSp>
          <p:cxnSp>
            <p:nvCxnSpPr>
              <p:cNvPr id="35" name="Google Shape;35;p2"/>
              <p:cNvCxnSpPr>
                <a:stCxn id="14" idx="4"/>
                <a:endCxn id="15" idx="0"/>
              </p:cNvCxnSpPr>
              <p:nvPr/>
            </p:nvCxnSpPr>
            <p:spPr>
              <a:xfrm rot="10800000" flipH="1">
                <a:off x="7232226" y="4152748"/>
                <a:ext cx="531600" cy="2079600"/>
              </a:xfrm>
              <a:prstGeom prst="straightConnector1">
                <a:avLst/>
              </a:prstGeom>
              <a:noFill/>
              <a:ln w="9525" cap="flat" cmpd="sng">
                <a:solidFill>
                  <a:schemeClr val="dk2"/>
                </a:solidFill>
                <a:prstDash val="solid"/>
                <a:round/>
                <a:headEnd type="none" w="med" len="med"/>
                <a:tailEnd type="none" w="med" len="med"/>
              </a:ln>
            </p:spPr>
          </p:cxnSp>
          <p:cxnSp>
            <p:nvCxnSpPr>
              <p:cNvPr id="36" name="Google Shape;36;p2"/>
              <p:cNvCxnSpPr>
                <a:stCxn id="13" idx="5"/>
                <a:endCxn id="15" idx="0"/>
              </p:cNvCxnSpPr>
              <p:nvPr/>
            </p:nvCxnSpPr>
            <p:spPr>
              <a:xfrm rot="10800000">
                <a:off x="7763967" y="4152565"/>
                <a:ext cx="1833900" cy="1188900"/>
              </a:xfrm>
              <a:prstGeom prst="straightConnector1">
                <a:avLst/>
              </a:prstGeom>
              <a:noFill/>
              <a:ln w="9525" cap="flat" cmpd="sng">
                <a:solidFill>
                  <a:schemeClr val="dk2"/>
                </a:solidFill>
                <a:prstDash val="solid"/>
                <a:round/>
                <a:headEnd type="none" w="med" len="med"/>
                <a:tailEnd type="none" w="med" len="med"/>
              </a:ln>
            </p:spPr>
          </p:cxnSp>
          <p:sp>
            <p:nvSpPr>
              <p:cNvPr id="37" name="Google Shape;37;p2"/>
              <p:cNvSpPr/>
              <p:nvPr/>
            </p:nvSpPr>
            <p:spPr>
              <a:xfrm rot="10800000">
                <a:off x="5902359" y="4069463"/>
                <a:ext cx="130500" cy="130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38" name="Google Shape;38;p2"/>
              <p:cNvCxnSpPr>
                <a:stCxn id="20" idx="2"/>
                <a:endCxn id="37" idx="7"/>
              </p:cNvCxnSpPr>
              <p:nvPr/>
            </p:nvCxnSpPr>
            <p:spPr>
              <a:xfrm rot="10800000" flipH="1">
                <a:off x="4449834" y="4180727"/>
                <a:ext cx="1471500" cy="550800"/>
              </a:xfrm>
              <a:prstGeom prst="straightConnector1">
                <a:avLst/>
              </a:prstGeom>
              <a:noFill/>
              <a:ln w="9525" cap="flat" cmpd="sng">
                <a:solidFill>
                  <a:schemeClr val="dk2"/>
                </a:solidFill>
                <a:prstDash val="solid"/>
                <a:round/>
                <a:headEnd type="none" w="med" len="med"/>
                <a:tailEnd type="none" w="med" len="med"/>
              </a:ln>
            </p:spPr>
          </p:cxnSp>
          <p:cxnSp>
            <p:nvCxnSpPr>
              <p:cNvPr id="39" name="Google Shape;39;p2"/>
              <p:cNvCxnSpPr>
                <a:stCxn id="37" idx="2"/>
                <a:endCxn id="15" idx="6"/>
              </p:cNvCxnSpPr>
              <p:nvPr/>
            </p:nvCxnSpPr>
            <p:spPr>
              <a:xfrm rot="10800000" flipH="1">
                <a:off x="6032859" y="3952013"/>
                <a:ext cx="1530300" cy="182700"/>
              </a:xfrm>
              <a:prstGeom prst="straightConnector1">
                <a:avLst/>
              </a:prstGeom>
              <a:noFill/>
              <a:ln w="9525" cap="flat" cmpd="sng">
                <a:solidFill>
                  <a:schemeClr val="dk2"/>
                </a:solidFill>
                <a:prstDash val="solid"/>
                <a:round/>
                <a:headEnd type="none" w="med" len="med"/>
                <a:tailEnd type="none" w="med" len="med"/>
              </a:ln>
            </p:spPr>
          </p:cxnSp>
          <p:cxnSp>
            <p:nvCxnSpPr>
              <p:cNvPr id="40" name="Google Shape;40;p2"/>
              <p:cNvCxnSpPr>
                <a:stCxn id="37" idx="0"/>
                <a:endCxn id="14" idx="4"/>
              </p:cNvCxnSpPr>
              <p:nvPr/>
            </p:nvCxnSpPr>
            <p:spPr>
              <a:xfrm>
                <a:off x="5967609" y="4199963"/>
                <a:ext cx="1264500" cy="2032500"/>
              </a:xfrm>
              <a:prstGeom prst="straightConnector1">
                <a:avLst/>
              </a:prstGeom>
              <a:noFill/>
              <a:ln w="9525" cap="flat" cmpd="sng">
                <a:solidFill>
                  <a:schemeClr val="dk2"/>
                </a:solidFill>
                <a:prstDash val="solid"/>
                <a:round/>
                <a:headEnd type="none" w="med" len="med"/>
                <a:tailEnd type="none" w="med" len="med"/>
              </a:ln>
            </p:spPr>
          </p:cxnSp>
          <p:cxnSp>
            <p:nvCxnSpPr>
              <p:cNvPr id="41" name="Google Shape;41;p2"/>
              <p:cNvCxnSpPr>
                <a:stCxn id="37" idx="1"/>
                <a:endCxn id="16" idx="5"/>
              </p:cNvCxnSpPr>
              <p:nvPr/>
            </p:nvCxnSpPr>
            <p:spPr>
              <a:xfrm>
                <a:off x="6013748" y="4180852"/>
                <a:ext cx="2065800" cy="1183200"/>
              </a:xfrm>
              <a:prstGeom prst="straightConnector1">
                <a:avLst/>
              </a:prstGeom>
              <a:noFill/>
              <a:ln w="9525" cap="flat" cmpd="sng">
                <a:solidFill>
                  <a:schemeClr val="dk2"/>
                </a:solidFill>
                <a:prstDash val="solid"/>
                <a:round/>
                <a:headEnd type="none" w="med" len="med"/>
                <a:tailEnd type="none" w="med" len="med"/>
              </a:ln>
            </p:spPr>
          </p:cxnSp>
          <p:sp>
            <p:nvSpPr>
              <p:cNvPr id="42" name="Google Shape;42;p2"/>
              <p:cNvSpPr/>
              <p:nvPr/>
            </p:nvSpPr>
            <p:spPr>
              <a:xfrm rot="10800000">
                <a:off x="8782916" y="3189744"/>
                <a:ext cx="194400" cy="1944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43" name="Google Shape;43;p2"/>
              <p:cNvCxnSpPr>
                <a:stCxn id="15" idx="2"/>
                <a:endCxn id="42" idx="6"/>
              </p:cNvCxnSpPr>
              <p:nvPr/>
            </p:nvCxnSpPr>
            <p:spPr>
              <a:xfrm rot="10800000" flipH="1">
                <a:off x="7964519" y="3286840"/>
                <a:ext cx="818400" cy="665100"/>
              </a:xfrm>
              <a:prstGeom prst="straightConnector1">
                <a:avLst/>
              </a:prstGeom>
              <a:noFill/>
              <a:ln w="9525" cap="flat" cmpd="sng">
                <a:solidFill>
                  <a:schemeClr val="dk2"/>
                </a:solidFill>
                <a:prstDash val="solid"/>
                <a:round/>
                <a:headEnd type="none" w="med" len="med"/>
                <a:tailEnd type="none" w="med" len="med"/>
              </a:ln>
            </p:spPr>
          </p:cxnSp>
          <p:cxnSp>
            <p:nvCxnSpPr>
              <p:cNvPr id="44" name="Google Shape;44;p2"/>
              <p:cNvCxnSpPr>
                <a:stCxn id="42" idx="1"/>
                <a:endCxn id="19" idx="5"/>
              </p:cNvCxnSpPr>
              <p:nvPr/>
            </p:nvCxnSpPr>
            <p:spPr>
              <a:xfrm>
                <a:off x="8948847" y="3355675"/>
                <a:ext cx="19200" cy="1066800"/>
              </a:xfrm>
              <a:prstGeom prst="straightConnector1">
                <a:avLst/>
              </a:prstGeom>
              <a:noFill/>
              <a:ln w="9525" cap="flat" cmpd="sng">
                <a:solidFill>
                  <a:schemeClr val="dk2"/>
                </a:solidFill>
                <a:prstDash val="solid"/>
                <a:round/>
                <a:headEnd type="none" w="med" len="med"/>
                <a:tailEnd type="none" w="med" len="med"/>
              </a:ln>
            </p:spPr>
          </p:cxnSp>
        </p:grpSp>
        <p:grpSp>
          <p:nvGrpSpPr>
            <p:cNvPr id="45" name="Google Shape;45;p2"/>
            <p:cNvGrpSpPr/>
            <p:nvPr/>
          </p:nvGrpSpPr>
          <p:grpSpPr>
            <a:xfrm>
              <a:off x="-817341" y="-872068"/>
              <a:ext cx="4052739" cy="3509076"/>
              <a:chOff x="-817341" y="-872068"/>
              <a:chExt cx="4052739" cy="3509076"/>
            </a:xfrm>
          </p:grpSpPr>
          <p:sp>
            <p:nvSpPr>
              <p:cNvPr id="46" name="Google Shape;46;p2"/>
              <p:cNvSpPr/>
              <p:nvPr/>
            </p:nvSpPr>
            <p:spPr>
              <a:xfrm rot="10800000">
                <a:off x="3040998" y="322921"/>
                <a:ext cx="194400" cy="1944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7" name="Google Shape;47;p2"/>
              <p:cNvSpPr/>
              <p:nvPr/>
            </p:nvSpPr>
            <p:spPr>
              <a:xfrm rot="10800000">
                <a:off x="-550449" y="1549860"/>
                <a:ext cx="194400" cy="19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8" name="Google Shape;48;p2"/>
              <p:cNvSpPr/>
              <p:nvPr/>
            </p:nvSpPr>
            <p:spPr>
              <a:xfrm rot="10800000">
                <a:off x="-58406" y="-586660"/>
                <a:ext cx="401400" cy="401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9" name="Google Shape;49;p2"/>
              <p:cNvSpPr/>
              <p:nvPr/>
            </p:nvSpPr>
            <p:spPr>
              <a:xfrm rot="10800000">
                <a:off x="374903" y="662437"/>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0" name="Google Shape;50;p2"/>
              <p:cNvSpPr/>
              <p:nvPr/>
            </p:nvSpPr>
            <p:spPr>
              <a:xfrm rot="10800000">
                <a:off x="1102390" y="1217883"/>
                <a:ext cx="96300" cy="963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1" name="Google Shape;51;p2"/>
              <p:cNvSpPr/>
              <p:nvPr/>
            </p:nvSpPr>
            <p:spPr>
              <a:xfrm rot="10800000">
                <a:off x="288828" y="2506508"/>
                <a:ext cx="130500" cy="130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2" name="Google Shape;52;p2"/>
              <p:cNvSpPr/>
              <p:nvPr/>
            </p:nvSpPr>
            <p:spPr>
              <a:xfrm rot="10800000">
                <a:off x="1455496" y="369115"/>
                <a:ext cx="130500" cy="130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3" name="Google Shape;53;p2"/>
              <p:cNvSpPr/>
              <p:nvPr/>
            </p:nvSpPr>
            <p:spPr>
              <a:xfrm rot="10800000">
                <a:off x="-817341" y="534290"/>
                <a:ext cx="96300" cy="96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54" name="Google Shape;54;p2"/>
              <p:cNvCxnSpPr>
                <a:stCxn id="50" idx="5"/>
                <a:endCxn id="49" idx="1"/>
              </p:cNvCxnSpPr>
              <p:nvPr/>
            </p:nvCxnSpPr>
            <p:spPr>
              <a:xfrm rot="10800000">
                <a:off x="486193" y="773886"/>
                <a:ext cx="630300" cy="458100"/>
              </a:xfrm>
              <a:prstGeom prst="straightConnector1">
                <a:avLst/>
              </a:prstGeom>
              <a:noFill/>
              <a:ln w="9525" cap="flat" cmpd="sng">
                <a:solidFill>
                  <a:schemeClr val="dk2"/>
                </a:solidFill>
                <a:prstDash val="solid"/>
                <a:round/>
                <a:headEnd type="none" w="med" len="med"/>
                <a:tailEnd type="none" w="med" len="med"/>
              </a:ln>
            </p:spPr>
          </p:cxnSp>
          <p:cxnSp>
            <p:nvCxnSpPr>
              <p:cNvPr id="55" name="Google Shape;55;p2"/>
              <p:cNvCxnSpPr>
                <a:stCxn id="51" idx="4"/>
                <a:endCxn id="49" idx="0"/>
              </p:cNvCxnSpPr>
              <p:nvPr/>
            </p:nvCxnSpPr>
            <p:spPr>
              <a:xfrm rot="10800000" flipH="1">
                <a:off x="354078" y="792908"/>
                <a:ext cx="86100" cy="1713600"/>
              </a:xfrm>
              <a:prstGeom prst="straightConnector1">
                <a:avLst/>
              </a:prstGeom>
              <a:noFill/>
              <a:ln w="9525" cap="flat" cmpd="sng">
                <a:solidFill>
                  <a:schemeClr val="dk2"/>
                </a:solidFill>
                <a:prstDash val="solid"/>
                <a:round/>
                <a:headEnd type="none" w="med" len="med"/>
                <a:tailEnd type="none" w="med" len="med"/>
              </a:ln>
            </p:spPr>
          </p:cxnSp>
          <p:cxnSp>
            <p:nvCxnSpPr>
              <p:cNvPr id="56" name="Google Shape;56;p2"/>
              <p:cNvCxnSpPr>
                <a:stCxn id="46" idx="6"/>
                <a:endCxn id="50" idx="3"/>
              </p:cNvCxnSpPr>
              <p:nvPr/>
            </p:nvCxnSpPr>
            <p:spPr>
              <a:xfrm flipH="1">
                <a:off x="1184598" y="420121"/>
                <a:ext cx="1856400" cy="811800"/>
              </a:xfrm>
              <a:prstGeom prst="straightConnector1">
                <a:avLst/>
              </a:prstGeom>
              <a:noFill/>
              <a:ln w="9525" cap="flat" cmpd="sng">
                <a:solidFill>
                  <a:schemeClr val="dk2"/>
                </a:solidFill>
                <a:prstDash val="solid"/>
                <a:round/>
                <a:headEnd type="none" w="med" len="med"/>
                <a:tailEnd type="none" w="med" len="med"/>
              </a:ln>
            </p:spPr>
          </p:cxnSp>
          <p:cxnSp>
            <p:nvCxnSpPr>
              <p:cNvPr id="57" name="Google Shape;57;p2"/>
              <p:cNvCxnSpPr>
                <a:stCxn id="50" idx="7"/>
                <a:endCxn id="51" idx="2"/>
              </p:cNvCxnSpPr>
              <p:nvPr/>
            </p:nvCxnSpPr>
            <p:spPr>
              <a:xfrm flipH="1">
                <a:off x="419293" y="1300080"/>
                <a:ext cx="697200" cy="1271700"/>
              </a:xfrm>
              <a:prstGeom prst="straightConnector1">
                <a:avLst/>
              </a:prstGeom>
              <a:noFill/>
              <a:ln w="9525" cap="flat" cmpd="sng">
                <a:solidFill>
                  <a:schemeClr val="dk2"/>
                </a:solidFill>
                <a:prstDash val="solid"/>
                <a:round/>
                <a:headEnd type="none" w="med" len="med"/>
                <a:tailEnd type="none" w="med" len="med"/>
              </a:ln>
            </p:spPr>
          </p:cxnSp>
          <p:cxnSp>
            <p:nvCxnSpPr>
              <p:cNvPr id="58" name="Google Shape;58;p2"/>
              <p:cNvCxnSpPr>
                <a:stCxn id="51" idx="6"/>
                <a:endCxn id="47" idx="1"/>
              </p:cNvCxnSpPr>
              <p:nvPr/>
            </p:nvCxnSpPr>
            <p:spPr>
              <a:xfrm rot="10800000">
                <a:off x="-384372" y="1715858"/>
                <a:ext cx="673200" cy="855900"/>
              </a:xfrm>
              <a:prstGeom prst="straightConnector1">
                <a:avLst/>
              </a:prstGeom>
              <a:noFill/>
              <a:ln w="9525" cap="flat" cmpd="sng">
                <a:solidFill>
                  <a:schemeClr val="dk2"/>
                </a:solidFill>
                <a:prstDash val="solid"/>
                <a:round/>
                <a:headEnd type="none" w="med" len="med"/>
                <a:tailEnd type="none" w="med" len="med"/>
              </a:ln>
            </p:spPr>
          </p:cxnSp>
          <p:cxnSp>
            <p:nvCxnSpPr>
              <p:cNvPr id="59" name="Google Shape;59;p2"/>
              <p:cNvCxnSpPr>
                <a:stCxn id="49" idx="7"/>
                <a:endCxn id="47" idx="3"/>
              </p:cNvCxnSpPr>
              <p:nvPr/>
            </p:nvCxnSpPr>
            <p:spPr>
              <a:xfrm flipH="1">
                <a:off x="-384486" y="773825"/>
                <a:ext cx="778500" cy="804600"/>
              </a:xfrm>
              <a:prstGeom prst="straightConnector1">
                <a:avLst/>
              </a:prstGeom>
              <a:noFill/>
              <a:ln w="9525" cap="flat" cmpd="sng">
                <a:solidFill>
                  <a:schemeClr val="dk2"/>
                </a:solidFill>
                <a:prstDash val="solid"/>
                <a:round/>
                <a:headEnd type="none" w="med" len="med"/>
                <a:tailEnd type="none" w="med" len="med"/>
              </a:ln>
            </p:spPr>
          </p:cxnSp>
          <p:cxnSp>
            <p:nvCxnSpPr>
              <p:cNvPr id="60" name="Google Shape;60;p2"/>
              <p:cNvCxnSpPr>
                <a:stCxn id="46" idx="6"/>
                <a:endCxn id="52" idx="1"/>
              </p:cNvCxnSpPr>
              <p:nvPr/>
            </p:nvCxnSpPr>
            <p:spPr>
              <a:xfrm flipH="1">
                <a:off x="1566798" y="420121"/>
                <a:ext cx="1474200" cy="60300"/>
              </a:xfrm>
              <a:prstGeom prst="straightConnector1">
                <a:avLst/>
              </a:prstGeom>
              <a:noFill/>
              <a:ln w="9525" cap="flat" cmpd="sng">
                <a:solidFill>
                  <a:schemeClr val="dk2"/>
                </a:solidFill>
                <a:prstDash val="solid"/>
                <a:round/>
                <a:headEnd type="none" w="med" len="med"/>
                <a:tailEnd type="none" w="med" len="med"/>
              </a:ln>
            </p:spPr>
          </p:cxnSp>
          <p:cxnSp>
            <p:nvCxnSpPr>
              <p:cNvPr id="61" name="Google Shape;61;p2"/>
              <p:cNvCxnSpPr>
                <a:stCxn id="52" idx="7"/>
                <a:endCxn id="49" idx="2"/>
              </p:cNvCxnSpPr>
              <p:nvPr/>
            </p:nvCxnSpPr>
            <p:spPr>
              <a:xfrm flipH="1">
                <a:off x="505308" y="480503"/>
                <a:ext cx="969300" cy="247200"/>
              </a:xfrm>
              <a:prstGeom prst="straightConnector1">
                <a:avLst/>
              </a:prstGeom>
              <a:noFill/>
              <a:ln w="9525" cap="flat" cmpd="sng">
                <a:solidFill>
                  <a:schemeClr val="dk2"/>
                </a:solidFill>
                <a:prstDash val="solid"/>
                <a:round/>
                <a:headEnd type="none" w="med" len="med"/>
                <a:tailEnd type="none" w="med" len="med"/>
              </a:ln>
            </p:spPr>
          </p:cxnSp>
          <p:cxnSp>
            <p:nvCxnSpPr>
              <p:cNvPr id="62" name="Google Shape;62;p2"/>
              <p:cNvCxnSpPr>
                <a:stCxn id="52" idx="5"/>
                <a:endCxn id="48" idx="2"/>
              </p:cNvCxnSpPr>
              <p:nvPr/>
            </p:nvCxnSpPr>
            <p:spPr>
              <a:xfrm rot="10800000">
                <a:off x="343008" y="-386074"/>
                <a:ext cx="1131600" cy="774300"/>
              </a:xfrm>
              <a:prstGeom prst="straightConnector1">
                <a:avLst/>
              </a:prstGeom>
              <a:noFill/>
              <a:ln w="9525" cap="flat" cmpd="sng">
                <a:solidFill>
                  <a:schemeClr val="dk2"/>
                </a:solidFill>
                <a:prstDash val="solid"/>
                <a:round/>
                <a:headEnd type="none" w="med" len="med"/>
                <a:tailEnd type="none" w="med" len="med"/>
              </a:ln>
            </p:spPr>
          </p:cxnSp>
          <p:cxnSp>
            <p:nvCxnSpPr>
              <p:cNvPr id="63" name="Google Shape;63;p2"/>
              <p:cNvCxnSpPr>
                <a:stCxn id="48" idx="0"/>
                <a:endCxn id="49" idx="5"/>
              </p:cNvCxnSpPr>
              <p:nvPr/>
            </p:nvCxnSpPr>
            <p:spPr>
              <a:xfrm>
                <a:off x="142294" y="-185260"/>
                <a:ext cx="251700" cy="866700"/>
              </a:xfrm>
              <a:prstGeom prst="straightConnector1">
                <a:avLst/>
              </a:prstGeom>
              <a:noFill/>
              <a:ln w="9525" cap="flat" cmpd="sng">
                <a:solidFill>
                  <a:schemeClr val="dk2"/>
                </a:solidFill>
                <a:prstDash val="solid"/>
                <a:round/>
                <a:headEnd type="none" w="med" len="med"/>
                <a:tailEnd type="none" w="med" len="med"/>
              </a:ln>
            </p:spPr>
          </p:cxnSp>
          <p:cxnSp>
            <p:nvCxnSpPr>
              <p:cNvPr id="64" name="Google Shape;64;p2"/>
              <p:cNvCxnSpPr>
                <a:stCxn id="48" idx="7"/>
                <a:endCxn id="53" idx="3"/>
              </p:cNvCxnSpPr>
              <p:nvPr/>
            </p:nvCxnSpPr>
            <p:spPr>
              <a:xfrm flipH="1">
                <a:off x="-735222" y="-244043"/>
                <a:ext cx="735600" cy="792300"/>
              </a:xfrm>
              <a:prstGeom prst="straightConnector1">
                <a:avLst/>
              </a:prstGeom>
              <a:noFill/>
              <a:ln w="9525" cap="flat" cmpd="sng">
                <a:solidFill>
                  <a:schemeClr val="dk2"/>
                </a:solidFill>
                <a:prstDash val="solid"/>
                <a:round/>
                <a:headEnd type="none" w="med" len="med"/>
                <a:tailEnd type="none" w="med" len="med"/>
              </a:ln>
            </p:spPr>
          </p:cxnSp>
          <p:cxnSp>
            <p:nvCxnSpPr>
              <p:cNvPr id="65" name="Google Shape;65;p2"/>
              <p:cNvCxnSpPr>
                <a:stCxn id="49" idx="6"/>
                <a:endCxn id="53" idx="2"/>
              </p:cNvCxnSpPr>
              <p:nvPr/>
            </p:nvCxnSpPr>
            <p:spPr>
              <a:xfrm rot="10800000">
                <a:off x="-720997" y="582487"/>
                <a:ext cx="1095900" cy="145200"/>
              </a:xfrm>
              <a:prstGeom prst="straightConnector1">
                <a:avLst/>
              </a:prstGeom>
              <a:noFill/>
              <a:ln w="9525" cap="flat" cmpd="sng">
                <a:solidFill>
                  <a:schemeClr val="dk2"/>
                </a:solidFill>
                <a:prstDash val="solid"/>
                <a:round/>
                <a:headEnd type="none" w="med" len="med"/>
                <a:tailEnd type="none" w="med" len="med"/>
              </a:ln>
            </p:spPr>
          </p:cxnSp>
          <p:cxnSp>
            <p:nvCxnSpPr>
              <p:cNvPr id="66" name="Google Shape;66;p2"/>
              <p:cNvCxnSpPr>
                <a:stCxn id="53" idx="0"/>
                <a:endCxn id="47" idx="5"/>
              </p:cNvCxnSpPr>
              <p:nvPr/>
            </p:nvCxnSpPr>
            <p:spPr>
              <a:xfrm>
                <a:off x="-769191" y="630590"/>
                <a:ext cx="247200" cy="947700"/>
              </a:xfrm>
              <a:prstGeom prst="straightConnector1">
                <a:avLst/>
              </a:prstGeom>
              <a:noFill/>
              <a:ln w="9525" cap="flat" cmpd="sng">
                <a:solidFill>
                  <a:schemeClr val="dk2"/>
                </a:solidFill>
                <a:prstDash val="solid"/>
                <a:round/>
                <a:headEnd type="none" w="med" len="med"/>
                <a:tailEnd type="none" w="med" len="med"/>
              </a:ln>
            </p:spPr>
          </p:cxnSp>
          <p:cxnSp>
            <p:nvCxnSpPr>
              <p:cNvPr id="67" name="Google Shape;67;p2"/>
              <p:cNvCxnSpPr>
                <a:stCxn id="51" idx="5"/>
                <a:endCxn id="53" idx="1"/>
              </p:cNvCxnSpPr>
              <p:nvPr/>
            </p:nvCxnSpPr>
            <p:spPr>
              <a:xfrm rot="10800000">
                <a:off x="-735161" y="616419"/>
                <a:ext cx="1043100" cy="1909200"/>
              </a:xfrm>
              <a:prstGeom prst="straightConnector1">
                <a:avLst/>
              </a:prstGeom>
              <a:noFill/>
              <a:ln w="9525" cap="flat" cmpd="sng">
                <a:solidFill>
                  <a:schemeClr val="dk2"/>
                </a:solidFill>
                <a:prstDash val="solid"/>
                <a:round/>
                <a:headEnd type="none" w="med" len="med"/>
                <a:tailEnd type="none" w="med" len="med"/>
              </a:ln>
            </p:spPr>
          </p:cxnSp>
          <p:cxnSp>
            <p:nvCxnSpPr>
              <p:cNvPr id="68" name="Google Shape;68;p2"/>
              <p:cNvCxnSpPr>
                <a:stCxn id="50" idx="6"/>
                <a:endCxn id="53" idx="1"/>
              </p:cNvCxnSpPr>
              <p:nvPr/>
            </p:nvCxnSpPr>
            <p:spPr>
              <a:xfrm rot="10800000">
                <a:off x="-735110" y="616533"/>
                <a:ext cx="1837500" cy="649500"/>
              </a:xfrm>
              <a:prstGeom prst="straightConnector1">
                <a:avLst/>
              </a:prstGeom>
              <a:noFill/>
              <a:ln w="9525" cap="flat" cmpd="sng">
                <a:solidFill>
                  <a:schemeClr val="dk2"/>
                </a:solidFill>
                <a:prstDash val="solid"/>
                <a:round/>
                <a:headEnd type="none" w="med" len="med"/>
                <a:tailEnd type="none" w="med" len="med"/>
              </a:ln>
            </p:spPr>
          </p:cxnSp>
          <p:cxnSp>
            <p:nvCxnSpPr>
              <p:cNvPr id="69" name="Google Shape;69;p2"/>
              <p:cNvCxnSpPr>
                <a:stCxn id="50" idx="4"/>
                <a:endCxn id="48" idx="1"/>
              </p:cNvCxnSpPr>
              <p:nvPr/>
            </p:nvCxnSpPr>
            <p:spPr>
              <a:xfrm rot="10800000">
                <a:off x="284140" y="-244017"/>
                <a:ext cx="866400" cy="1461900"/>
              </a:xfrm>
              <a:prstGeom prst="straightConnector1">
                <a:avLst/>
              </a:prstGeom>
              <a:noFill/>
              <a:ln w="9525" cap="flat" cmpd="sng">
                <a:solidFill>
                  <a:schemeClr val="dk2"/>
                </a:solidFill>
                <a:prstDash val="solid"/>
                <a:round/>
                <a:headEnd type="none" w="med" len="med"/>
                <a:tailEnd type="none" w="med" len="med"/>
              </a:ln>
            </p:spPr>
          </p:cxnSp>
          <p:cxnSp>
            <p:nvCxnSpPr>
              <p:cNvPr id="70" name="Google Shape;70;p2"/>
              <p:cNvCxnSpPr>
                <a:stCxn id="47" idx="4"/>
                <a:endCxn id="48" idx="7"/>
              </p:cNvCxnSpPr>
              <p:nvPr/>
            </p:nvCxnSpPr>
            <p:spPr>
              <a:xfrm rot="10800000" flipH="1">
                <a:off x="-453249" y="-244140"/>
                <a:ext cx="453600" cy="1794000"/>
              </a:xfrm>
              <a:prstGeom prst="straightConnector1">
                <a:avLst/>
              </a:prstGeom>
              <a:noFill/>
              <a:ln w="9525" cap="flat" cmpd="sng">
                <a:solidFill>
                  <a:schemeClr val="dk2"/>
                </a:solidFill>
                <a:prstDash val="solid"/>
                <a:round/>
                <a:headEnd type="none" w="med" len="med"/>
                <a:tailEnd type="none" w="med" len="med"/>
              </a:ln>
            </p:spPr>
          </p:cxnSp>
          <p:cxnSp>
            <p:nvCxnSpPr>
              <p:cNvPr id="71" name="Google Shape;71;p2"/>
              <p:cNvCxnSpPr>
                <a:stCxn id="46" idx="6"/>
                <a:endCxn id="48" idx="1"/>
              </p:cNvCxnSpPr>
              <p:nvPr/>
            </p:nvCxnSpPr>
            <p:spPr>
              <a:xfrm rot="10800000">
                <a:off x="284298" y="-244079"/>
                <a:ext cx="2756700" cy="664200"/>
              </a:xfrm>
              <a:prstGeom prst="straightConnector1">
                <a:avLst/>
              </a:prstGeom>
              <a:noFill/>
              <a:ln w="9525" cap="flat" cmpd="sng">
                <a:solidFill>
                  <a:schemeClr val="dk2"/>
                </a:solidFill>
                <a:prstDash val="solid"/>
                <a:round/>
                <a:headEnd type="none" w="med" len="med"/>
                <a:tailEnd type="none" w="med" len="med"/>
              </a:ln>
            </p:spPr>
          </p:cxnSp>
          <p:sp>
            <p:nvSpPr>
              <p:cNvPr id="72" name="Google Shape;72;p2"/>
              <p:cNvSpPr/>
              <p:nvPr/>
            </p:nvSpPr>
            <p:spPr>
              <a:xfrm rot="10800000">
                <a:off x="-769166" y="-840100"/>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73" name="Google Shape;73;p2"/>
              <p:cNvCxnSpPr>
                <a:stCxn id="53" idx="4"/>
                <a:endCxn id="72" idx="7"/>
              </p:cNvCxnSpPr>
              <p:nvPr/>
            </p:nvCxnSpPr>
            <p:spPr>
              <a:xfrm rot="10800000" flipH="1">
                <a:off x="-769191" y="-728710"/>
                <a:ext cx="19200" cy="1263000"/>
              </a:xfrm>
              <a:prstGeom prst="straightConnector1">
                <a:avLst/>
              </a:prstGeom>
              <a:noFill/>
              <a:ln w="9525" cap="flat" cmpd="sng">
                <a:solidFill>
                  <a:schemeClr val="dk2"/>
                </a:solidFill>
                <a:prstDash val="solid"/>
                <a:round/>
                <a:headEnd type="none" w="med" len="med"/>
                <a:tailEnd type="none" w="med" len="med"/>
              </a:ln>
            </p:spPr>
          </p:cxnSp>
          <p:cxnSp>
            <p:nvCxnSpPr>
              <p:cNvPr id="74" name="Google Shape;74;p2"/>
              <p:cNvCxnSpPr>
                <a:stCxn id="72" idx="2"/>
                <a:endCxn id="48" idx="5"/>
              </p:cNvCxnSpPr>
              <p:nvPr/>
            </p:nvCxnSpPr>
            <p:spPr>
              <a:xfrm>
                <a:off x="-638666" y="-774850"/>
                <a:ext cx="639000" cy="246900"/>
              </a:xfrm>
              <a:prstGeom prst="straightConnector1">
                <a:avLst/>
              </a:prstGeom>
              <a:noFill/>
              <a:ln w="9525" cap="flat" cmpd="sng">
                <a:solidFill>
                  <a:schemeClr val="dk2"/>
                </a:solidFill>
                <a:prstDash val="solid"/>
                <a:round/>
                <a:headEnd type="none" w="med" len="med"/>
                <a:tailEnd type="none" w="med" len="med"/>
              </a:ln>
            </p:spPr>
          </p:cxnSp>
          <p:cxnSp>
            <p:nvCxnSpPr>
              <p:cNvPr id="75" name="Google Shape;75;p2"/>
              <p:cNvCxnSpPr>
                <a:stCxn id="72" idx="0"/>
                <a:endCxn id="47" idx="4"/>
              </p:cNvCxnSpPr>
              <p:nvPr/>
            </p:nvCxnSpPr>
            <p:spPr>
              <a:xfrm>
                <a:off x="-703916" y="-709600"/>
                <a:ext cx="250800" cy="2259600"/>
              </a:xfrm>
              <a:prstGeom prst="straightConnector1">
                <a:avLst/>
              </a:prstGeom>
              <a:noFill/>
              <a:ln w="9525" cap="flat" cmpd="sng">
                <a:solidFill>
                  <a:schemeClr val="dk2"/>
                </a:solidFill>
                <a:prstDash val="solid"/>
                <a:round/>
                <a:headEnd type="none" w="med" len="med"/>
                <a:tailEnd type="none" w="med" len="med"/>
              </a:ln>
            </p:spPr>
          </p:cxnSp>
          <p:cxnSp>
            <p:nvCxnSpPr>
              <p:cNvPr id="76" name="Google Shape;76;p2"/>
              <p:cNvCxnSpPr>
                <a:stCxn id="72" idx="1"/>
                <a:endCxn id="49" idx="5"/>
              </p:cNvCxnSpPr>
              <p:nvPr/>
            </p:nvCxnSpPr>
            <p:spPr>
              <a:xfrm>
                <a:off x="-657777" y="-728711"/>
                <a:ext cx="1051800" cy="1410300"/>
              </a:xfrm>
              <a:prstGeom prst="straightConnector1">
                <a:avLst/>
              </a:prstGeom>
              <a:noFill/>
              <a:ln w="9525" cap="flat" cmpd="sng">
                <a:solidFill>
                  <a:schemeClr val="dk2"/>
                </a:solidFill>
                <a:prstDash val="solid"/>
                <a:round/>
                <a:headEnd type="none" w="med" len="med"/>
                <a:tailEnd type="none" w="med" len="med"/>
              </a:ln>
            </p:spPr>
          </p:cxnSp>
          <p:sp>
            <p:nvSpPr>
              <p:cNvPr id="77" name="Google Shape;77;p2"/>
              <p:cNvSpPr/>
              <p:nvPr/>
            </p:nvSpPr>
            <p:spPr>
              <a:xfrm rot="10800000">
                <a:off x="374866" y="-872068"/>
                <a:ext cx="194400" cy="194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78" name="Google Shape;78;p2"/>
              <p:cNvCxnSpPr>
                <a:stCxn id="72" idx="2"/>
                <a:endCxn id="77" idx="6"/>
              </p:cNvCxnSpPr>
              <p:nvPr/>
            </p:nvCxnSpPr>
            <p:spPr>
              <a:xfrm>
                <a:off x="-638666" y="-774850"/>
                <a:ext cx="1013400" cy="0"/>
              </a:xfrm>
              <a:prstGeom prst="straightConnector1">
                <a:avLst/>
              </a:prstGeom>
              <a:noFill/>
              <a:ln w="9525" cap="flat" cmpd="sng">
                <a:solidFill>
                  <a:schemeClr val="dk2"/>
                </a:solidFill>
                <a:prstDash val="solid"/>
                <a:round/>
                <a:headEnd type="none" w="med" len="med"/>
                <a:tailEnd type="none" w="med" len="med"/>
              </a:ln>
            </p:spPr>
          </p:cxnSp>
          <p:cxnSp>
            <p:nvCxnSpPr>
              <p:cNvPr id="79" name="Google Shape;79;p2"/>
              <p:cNvCxnSpPr>
                <a:stCxn id="77" idx="1"/>
                <a:endCxn id="52" idx="5"/>
              </p:cNvCxnSpPr>
              <p:nvPr/>
            </p:nvCxnSpPr>
            <p:spPr>
              <a:xfrm>
                <a:off x="540797" y="-706138"/>
                <a:ext cx="933900" cy="1094400"/>
              </a:xfrm>
              <a:prstGeom prst="straightConnector1">
                <a:avLst/>
              </a:prstGeom>
              <a:noFill/>
              <a:ln w="9525" cap="flat" cmpd="sng">
                <a:solidFill>
                  <a:schemeClr val="dk2"/>
                </a:solidFill>
                <a:prstDash val="solid"/>
                <a:round/>
                <a:headEnd type="none" w="med" len="med"/>
                <a:tailEnd type="none" w="med" len="med"/>
              </a:ln>
            </p:spPr>
          </p:cxn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0"/>
        <p:cNvGrpSpPr/>
        <p:nvPr/>
      </p:nvGrpSpPr>
      <p:grpSpPr>
        <a:xfrm>
          <a:off x="0" y="0"/>
          <a:ext cx="0" cy="0"/>
          <a:chOff x="0" y="0"/>
          <a:chExt cx="0" cy="0"/>
        </a:xfrm>
      </p:grpSpPr>
      <p:sp>
        <p:nvSpPr>
          <p:cNvPr id="81" name="Google Shape;81;p3"/>
          <p:cNvSpPr txBox="1">
            <a:spLocks noGrp="1"/>
          </p:cNvSpPr>
          <p:nvPr>
            <p:ph type="title"/>
          </p:nvPr>
        </p:nvSpPr>
        <p:spPr>
          <a:xfrm>
            <a:off x="1463100" y="2046250"/>
            <a:ext cx="6217800" cy="16764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82" name="Google Shape;82;p3"/>
          <p:cNvSpPr txBox="1">
            <a:spLocks noGrp="1"/>
          </p:cNvSpPr>
          <p:nvPr>
            <p:ph type="title" idx="2" hasCustomPrompt="1"/>
          </p:nvPr>
        </p:nvSpPr>
        <p:spPr>
          <a:xfrm>
            <a:off x="3745950" y="809625"/>
            <a:ext cx="1652100" cy="1128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8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83" name="Google Shape;83;p3"/>
          <p:cNvSpPr txBox="1">
            <a:spLocks noGrp="1"/>
          </p:cNvSpPr>
          <p:nvPr>
            <p:ph type="subTitle" idx="1"/>
          </p:nvPr>
        </p:nvSpPr>
        <p:spPr>
          <a:xfrm>
            <a:off x="1463100" y="3797250"/>
            <a:ext cx="6217800" cy="430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84" name="Google Shape;84;p3"/>
          <p:cNvGrpSpPr/>
          <p:nvPr/>
        </p:nvGrpSpPr>
        <p:grpSpPr>
          <a:xfrm>
            <a:off x="-1196147" y="-548842"/>
            <a:ext cx="13880920" cy="6874700"/>
            <a:chOff x="-1196147" y="-548842"/>
            <a:chExt cx="13880920" cy="6874700"/>
          </a:xfrm>
        </p:grpSpPr>
        <p:grpSp>
          <p:nvGrpSpPr>
            <p:cNvPr id="85" name="Google Shape;85;p3"/>
            <p:cNvGrpSpPr/>
            <p:nvPr/>
          </p:nvGrpSpPr>
          <p:grpSpPr>
            <a:xfrm>
              <a:off x="-1196147" y="-548842"/>
              <a:ext cx="3657841" cy="4417628"/>
              <a:chOff x="-1196147" y="-548842"/>
              <a:chExt cx="3657841" cy="4417628"/>
            </a:xfrm>
          </p:grpSpPr>
          <p:sp>
            <p:nvSpPr>
              <p:cNvPr id="86" name="Google Shape;86;p3"/>
              <p:cNvSpPr/>
              <p:nvPr/>
            </p:nvSpPr>
            <p:spPr>
              <a:xfrm rot="10359365">
                <a:off x="2255245" y="146021"/>
                <a:ext cx="194798" cy="194798"/>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7" name="Google Shape;87;p3"/>
              <p:cNvSpPr/>
              <p:nvPr/>
            </p:nvSpPr>
            <p:spPr>
              <a:xfrm rot="10359365">
                <a:off x="-841304" y="2200605"/>
                <a:ext cx="194798" cy="194798"/>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8" name="Google Shape;88;p3"/>
              <p:cNvSpPr/>
              <p:nvPr/>
            </p:nvSpPr>
            <p:spPr>
              <a:xfrm rot="10361981">
                <a:off x="352993" y="-214656"/>
                <a:ext cx="401353" cy="401353"/>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9" name="Google Shape;89;p3"/>
              <p:cNvSpPr/>
              <p:nvPr/>
            </p:nvSpPr>
            <p:spPr>
              <a:xfrm rot="10355821">
                <a:off x="274120" y="560515"/>
                <a:ext cx="130387" cy="130387"/>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0" name="Google Shape;90;p3"/>
              <p:cNvSpPr/>
              <p:nvPr/>
            </p:nvSpPr>
            <p:spPr>
              <a:xfrm rot="10360416">
                <a:off x="1106270" y="873580"/>
                <a:ext cx="254074" cy="254074"/>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1" name="Google Shape;91;p3"/>
              <p:cNvSpPr/>
              <p:nvPr/>
            </p:nvSpPr>
            <p:spPr>
              <a:xfrm rot="10355821">
                <a:off x="424057" y="2400495"/>
                <a:ext cx="130387" cy="130387"/>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2" name="Google Shape;92;p3"/>
              <p:cNvSpPr/>
              <p:nvPr/>
            </p:nvSpPr>
            <p:spPr>
              <a:xfrm rot="9969336">
                <a:off x="1746927" y="9840"/>
                <a:ext cx="130388" cy="130388"/>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3" name="Google Shape;93;p3"/>
              <p:cNvSpPr/>
              <p:nvPr/>
            </p:nvSpPr>
            <p:spPr>
              <a:xfrm rot="10360567">
                <a:off x="-737089" y="906043"/>
                <a:ext cx="96487" cy="96487"/>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94" name="Google Shape;94;p3"/>
              <p:cNvCxnSpPr>
                <a:stCxn id="90" idx="5"/>
                <a:endCxn id="89" idx="1"/>
              </p:cNvCxnSpPr>
              <p:nvPr/>
            </p:nvCxnSpPr>
            <p:spPr>
              <a:xfrm rot="10800000">
                <a:off x="390857" y="665576"/>
                <a:ext cx="741900" cy="257400"/>
              </a:xfrm>
              <a:prstGeom prst="straightConnector1">
                <a:avLst/>
              </a:prstGeom>
              <a:noFill/>
              <a:ln w="9525" cap="flat" cmpd="sng">
                <a:solidFill>
                  <a:schemeClr val="dk2"/>
                </a:solidFill>
                <a:prstDash val="solid"/>
                <a:round/>
                <a:headEnd type="none" w="med" len="med"/>
                <a:tailEnd type="none" w="med" len="med"/>
              </a:ln>
            </p:spPr>
          </p:cxnSp>
          <p:cxnSp>
            <p:nvCxnSpPr>
              <p:cNvPr id="95" name="Google Shape;95;p3"/>
              <p:cNvCxnSpPr>
                <a:stCxn id="91" idx="4"/>
                <a:endCxn id="89" idx="0"/>
              </p:cNvCxnSpPr>
              <p:nvPr/>
            </p:nvCxnSpPr>
            <p:spPr>
              <a:xfrm rot="10800000">
                <a:off x="347650" y="690439"/>
                <a:ext cx="133200" cy="1710600"/>
              </a:xfrm>
              <a:prstGeom prst="straightConnector1">
                <a:avLst/>
              </a:prstGeom>
              <a:noFill/>
              <a:ln w="9525" cap="flat" cmpd="sng">
                <a:solidFill>
                  <a:schemeClr val="dk2"/>
                </a:solidFill>
                <a:prstDash val="solid"/>
                <a:round/>
                <a:headEnd type="none" w="med" len="med"/>
                <a:tailEnd type="none" w="med" len="med"/>
              </a:ln>
            </p:spPr>
          </p:cxnSp>
          <p:cxnSp>
            <p:nvCxnSpPr>
              <p:cNvPr id="96" name="Google Shape;96;p3"/>
              <p:cNvCxnSpPr>
                <a:stCxn id="86" idx="6"/>
                <a:endCxn id="90" idx="3"/>
              </p:cNvCxnSpPr>
              <p:nvPr/>
            </p:nvCxnSpPr>
            <p:spPr>
              <a:xfrm flipH="1">
                <a:off x="1311044" y="255870"/>
                <a:ext cx="945000" cy="644100"/>
              </a:xfrm>
              <a:prstGeom prst="straightConnector1">
                <a:avLst/>
              </a:prstGeom>
              <a:noFill/>
              <a:ln w="9525" cap="flat" cmpd="sng">
                <a:solidFill>
                  <a:schemeClr val="dk2"/>
                </a:solidFill>
                <a:prstDash val="solid"/>
                <a:round/>
                <a:headEnd type="none" w="med" len="med"/>
                <a:tailEnd type="none" w="med" len="med"/>
              </a:ln>
            </p:spPr>
          </p:cxnSp>
          <p:cxnSp>
            <p:nvCxnSpPr>
              <p:cNvPr id="97" name="Google Shape;97;p3"/>
              <p:cNvCxnSpPr>
                <a:stCxn id="90" idx="7"/>
                <a:endCxn id="91" idx="2"/>
              </p:cNvCxnSpPr>
              <p:nvPr/>
            </p:nvCxnSpPr>
            <p:spPr>
              <a:xfrm flipH="1">
                <a:off x="553867" y="1101167"/>
                <a:ext cx="601800" cy="1356000"/>
              </a:xfrm>
              <a:prstGeom prst="straightConnector1">
                <a:avLst/>
              </a:prstGeom>
              <a:noFill/>
              <a:ln w="9525" cap="flat" cmpd="sng">
                <a:solidFill>
                  <a:schemeClr val="dk2"/>
                </a:solidFill>
                <a:prstDash val="solid"/>
                <a:round/>
                <a:headEnd type="none" w="med" len="med"/>
                <a:tailEnd type="none" w="med" len="med"/>
              </a:ln>
            </p:spPr>
          </p:cxnSp>
          <p:cxnSp>
            <p:nvCxnSpPr>
              <p:cNvPr id="98" name="Google Shape;98;p3"/>
              <p:cNvCxnSpPr>
                <a:stCxn id="91" idx="6"/>
                <a:endCxn id="87" idx="1"/>
              </p:cNvCxnSpPr>
              <p:nvPr/>
            </p:nvCxnSpPr>
            <p:spPr>
              <a:xfrm rot="10800000">
                <a:off x="-666800" y="2357389"/>
                <a:ext cx="1091400" cy="116700"/>
              </a:xfrm>
              <a:prstGeom prst="straightConnector1">
                <a:avLst/>
              </a:prstGeom>
              <a:noFill/>
              <a:ln w="9525" cap="flat" cmpd="sng">
                <a:solidFill>
                  <a:schemeClr val="dk2"/>
                </a:solidFill>
                <a:prstDash val="solid"/>
                <a:round/>
                <a:headEnd type="none" w="med" len="med"/>
                <a:tailEnd type="none" w="med" len="med"/>
              </a:ln>
            </p:spPr>
          </p:cxnSp>
          <p:cxnSp>
            <p:nvCxnSpPr>
              <p:cNvPr id="99" name="Google Shape;99;p3"/>
              <p:cNvCxnSpPr>
                <a:stCxn id="89" idx="7"/>
                <a:endCxn id="87" idx="3"/>
              </p:cNvCxnSpPr>
              <p:nvPr/>
            </p:nvCxnSpPr>
            <p:spPr>
              <a:xfrm flipH="1">
                <a:off x="-684462" y="677363"/>
                <a:ext cx="984000" cy="1543500"/>
              </a:xfrm>
              <a:prstGeom prst="straightConnector1">
                <a:avLst/>
              </a:prstGeom>
              <a:noFill/>
              <a:ln w="9525" cap="flat" cmpd="sng">
                <a:solidFill>
                  <a:schemeClr val="dk2"/>
                </a:solidFill>
                <a:prstDash val="solid"/>
                <a:round/>
                <a:headEnd type="none" w="med" len="med"/>
                <a:tailEnd type="none" w="med" len="med"/>
              </a:ln>
            </p:spPr>
          </p:cxnSp>
          <p:cxnSp>
            <p:nvCxnSpPr>
              <p:cNvPr id="100" name="Google Shape;100;p3"/>
              <p:cNvCxnSpPr>
                <a:stCxn id="86" idx="6"/>
                <a:endCxn id="92" idx="1"/>
              </p:cNvCxnSpPr>
              <p:nvPr/>
            </p:nvCxnSpPr>
            <p:spPr>
              <a:xfrm rot="10800000">
                <a:off x="1867844" y="108870"/>
                <a:ext cx="388200" cy="147000"/>
              </a:xfrm>
              <a:prstGeom prst="straightConnector1">
                <a:avLst/>
              </a:prstGeom>
              <a:noFill/>
              <a:ln w="9525" cap="flat" cmpd="sng">
                <a:solidFill>
                  <a:schemeClr val="dk2"/>
                </a:solidFill>
                <a:prstDash val="solid"/>
                <a:round/>
                <a:headEnd type="none" w="med" len="med"/>
                <a:tailEnd type="none" w="med" len="med"/>
              </a:ln>
            </p:spPr>
          </p:cxnSp>
          <p:cxnSp>
            <p:nvCxnSpPr>
              <p:cNvPr id="101" name="Google Shape;101;p3"/>
              <p:cNvCxnSpPr>
                <a:stCxn id="92" idx="6"/>
                <a:endCxn id="89" idx="2"/>
              </p:cNvCxnSpPr>
              <p:nvPr/>
            </p:nvCxnSpPr>
            <p:spPr>
              <a:xfrm flipH="1">
                <a:off x="403921" y="90634"/>
                <a:ext cx="1344900" cy="526800"/>
              </a:xfrm>
              <a:prstGeom prst="straightConnector1">
                <a:avLst/>
              </a:prstGeom>
              <a:noFill/>
              <a:ln w="9525" cap="flat" cmpd="sng">
                <a:solidFill>
                  <a:schemeClr val="dk2"/>
                </a:solidFill>
                <a:prstDash val="solid"/>
                <a:round/>
                <a:headEnd type="none" w="med" len="med"/>
                <a:tailEnd type="none" w="med" len="med"/>
              </a:ln>
            </p:spPr>
          </p:cxnSp>
          <p:cxnSp>
            <p:nvCxnSpPr>
              <p:cNvPr id="102" name="Google Shape;102;p3"/>
              <p:cNvCxnSpPr>
                <a:stCxn id="92" idx="6"/>
                <a:endCxn id="88" idx="1"/>
              </p:cNvCxnSpPr>
              <p:nvPr/>
            </p:nvCxnSpPr>
            <p:spPr>
              <a:xfrm flipH="1">
                <a:off x="712321" y="90634"/>
                <a:ext cx="1036500" cy="18000"/>
              </a:xfrm>
              <a:prstGeom prst="straightConnector1">
                <a:avLst/>
              </a:prstGeom>
              <a:noFill/>
              <a:ln w="9525" cap="flat" cmpd="sng">
                <a:solidFill>
                  <a:schemeClr val="dk2"/>
                </a:solidFill>
                <a:prstDash val="solid"/>
                <a:round/>
                <a:headEnd type="none" w="med" len="med"/>
                <a:tailEnd type="none" w="med" len="med"/>
              </a:ln>
            </p:spPr>
          </p:cxnSp>
          <p:cxnSp>
            <p:nvCxnSpPr>
              <p:cNvPr id="103" name="Google Shape;103;p3"/>
              <p:cNvCxnSpPr>
                <a:stCxn id="88" idx="7"/>
                <a:endCxn id="93" idx="3"/>
              </p:cNvCxnSpPr>
              <p:nvPr/>
            </p:nvCxnSpPr>
            <p:spPr>
              <a:xfrm flipH="1">
                <a:off x="-659248" y="144801"/>
                <a:ext cx="1090200" cy="771300"/>
              </a:xfrm>
              <a:prstGeom prst="straightConnector1">
                <a:avLst/>
              </a:prstGeom>
              <a:noFill/>
              <a:ln w="9525" cap="flat" cmpd="sng">
                <a:solidFill>
                  <a:schemeClr val="dk2"/>
                </a:solidFill>
                <a:prstDash val="solid"/>
                <a:round/>
                <a:headEnd type="none" w="med" len="med"/>
                <a:tailEnd type="none" w="med" len="med"/>
              </a:ln>
            </p:spPr>
          </p:cxnSp>
          <p:cxnSp>
            <p:nvCxnSpPr>
              <p:cNvPr id="104" name="Google Shape;104;p3"/>
              <p:cNvCxnSpPr>
                <a:stCxn id="89" idx="6"/>
                <a:endCxn id="93" idx="2"/>
              </p:cNvCxnSpPr>
              <p:nvPr/>
            </p:nvCxnSpPr>
            <p:spPr>
              <a:xfrm flipH="1">
                <a:off x="-640937" y="634109"/>
                <a:ext cx="915600" cy="314100"/>
              </a:xfrm>
              <a:prstGeom prst="straightConnector1">
                <a:avLst/>
              </a:prstGeom>
              <a:noFill/>
              <a:ln w="9525" cap="flat" cmpd="sng">
                <a:solidFill>
                  <a:schemeClr val="dk2"/>
                </a:solidFill>
                <a:prstDash val="solid"/>
                <a:round/>
                <a:headEnd type="none" w="med" len="med"/>
                <a:tailEnd type="none" w="med" len="med"/>
              </a:ln>
            </p:spPr>
          </p:cxnSp>
          <p:cxnSp>
            <p:nvCxnSpPr>
              <p:cNvPr id="105" name="Google Shape;105;p3"/>
              <p:cNvCxnSpPr>
                <a:stCxn id="93" idx="0"/>
                <a:endCxn id="87" idx="5"/>
              </p:cNvCxnSpPr>
              <p:nvPr/>
            </p:nvCxnSpPr>
            <p:spPr>
              <a:xfrm flipH="1">
                <a:off x="-820996" y="1002137"/>
                <a:ext cx="138300" cy="1236300"/>
              </a:xfrm>
              <a:prstGeom prst="straightConnector1">
                <a:avLst/>
              </a:prstGeom>
              <a:noFill/>
              <a:ln w="9525" cap="flat" cmpd="sng">
                <a:solidFill>
                  <a:schemeClr val="dk2"/>
                </a:solidFill>
                <a:prstDash val="solid"/>
                <a:round/>
                <a:headEnd type="none" w="med" len="med"/>
                <a:tailEnd type="none" w="med" len="med"/>
              </a:ln>
            </p:spPr>
          </p:cxnSp>
          <p:cxnSp>
            <p:nvCxnSpPr>
              <p:cNvPr id="106" name="Google Shape;106;p3"/>
              <p:cNvCxnSpPr>
                <a:stCxn id="91" idx="5"/>
                <a:endCxn id="93" idx="1"/>
              </p:cNvCxnSpPr>
              <p:nvPr/>
            </p:nvCxnSpPr>
            <p:spPr>
              <a:xfrm rot="10800000">
                <a:off x="-650804" y="983814"/>
                <a:ext cx="1088400" cy="1442100"/>
              </a:xfrm>
              <a:prstGeom prst="straightConnector1">
                <a:avLst/>
              </a:prstGeom>
              <a:noFill/>
              <a:ln w="9525" cap="flat" cmpd="sng">
                <a:solidFill>
                  <a:schemeClr val="dk2"/>
                </a:solidFill>
                <a:prstDash val="solid"/>
                <a:round/>
                <a:headEnd type="none" w="med" len="med"/>
                <a:tailEnd type="none" w="med" len="med"/>
              </a:ln>
            </p:spPr>
          </p:cxnSp>
          <p:cxnSp>
            <p:nvCxnSpPr>
              <p:cNvPr id="107" name="Google Shape;107;p3"/>
              <p:cNvCxnSpPr>
                <a:stCxn id="90" idx="6"/>
                <a:endCxn id="93" idx="1"/>
              </p:cNvCxnSpPr>
              <p:nvPr/>
            </p:nvCxnSpPr>
            <p:spPr>
              <a:xfrm rot="10800000">
                <a:off x="-650693" y="983817"/>
                <a:ext cx="1758000" cy="33000"/>
              </a:xfrm>
              <a:prstGeom prst="straightConnector1">
                <a:avLst/>
              </a:prstGeom>
              <a:noFill/>
              <a:ln w="9525" cap="flat" cmpd="sng">
                <a:solidFill>
                  <a:schemeClr val="dk2"/>
                </a:solidFill>
                <a:prstDash val="solid"/>
                <a:round/>
                <a:headEnd type="none" w="med" len="med"/>
                <a:tailEnd type="none" w="med" len="med"/>
              </a:ln>
            </p:spPr>
          </p:cxnSp>
          <p:cxnSp>
            <p:nvCxnSpPr>
              <p:cNvPr id="108" name="Google Shape;108;p3"/>
              <p:cNvCxnSpPr>
                <a:stCxn id="90" idx="4"/>
                <a:endCxn id="88" idx="1"/>
              </p:cNvCxnSpPr>
              <p:nvPr/>
            </p:nvCxnSpPr>
            <p:spPr>
              <a:xfrm rot="10800000">
                <a:off x="712507" y="108717"/>
                <a:ext cx="504600" cy="765900"/>
              </a:xfrm>
              <a:prstGeom prst="straightConnector1">
                <a:avLst/>
              </a:prstGeom>
              <a:noFill/>
              <a:ln w="9525" cap="flat" cmpd="sng">
                <a:solidFill>
                  <a:schemeClr val="dk2"/>
                </a:solidFill>
                <a:prstDash val="solid"/>
                <a:round/>
                <a:headEnd type="none" w="med" len="med"/>
                <a:tailEnd type="none" w="med" len="med"/>
              </a:ln>
            </p:spPr>
          </p:cxnSp>
          <p:sp>
            <p:nvSpPr>
              <p:cNvPr id="109" name="Google Shape;109;p3"/>
              <p:cNvSpPr/>
              <p:nvPr/>
            </p:nvSpPr>
            <p:spPr>
              <a:xfrm rot="10355821">
                <a:off x="-1188290" y="-540986"/>
                <a:ext cx="130387" cy="130387"/>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10" name="Google Shape;110;p3"/>
              <p:cNvCxnSpPr>
                <a:stCxn id="93" idx="4"/>
                <a:endCxn id="109" idx="1"/>
              </p:cNvCxnSpPr>
              <p:nvPr/>
            </p:nvCxnSpPr>
            <p:spPr>
              <a:xfrm rot="10800000">
                <a:off x="-1071496" y="-436063"/>
                <a:ext cx="376500" cy="1342500"/>
              </a:xfrm>
              <a:prstGeom prst="straightConnector1">
                <a:avLst/>
              </a:prstGeom>
              <a:noFill/>
              <a:ln w="9525" cap="flat" cmpd="sng">
                <a:solidFill>
                  <a:schemeClr val="dk2"/>
                </a:solidFill>
                <a:prstDash val="solid"/>
                <a:round/>
                <a:headEnd type="none" w="med" len="med"/>
                <a:tailEnd type="none" w="med" len="med"/>
              </a:ln>
            </p:spPr>
          </p:cxnSp>
          <p:cxnSp>
            <p:nvCxnSpPr>
              <p:cNvPr id="111" name="Google Shape;111;p3"/>
              <p:cNvCxnSpPr>
                <a:stCxn id="109" idx="1"/>
                <a:endCxn id="88" idx="5"/>
              </p:cNvCxnSpPr>
              <p:nvPr/>
            </p:nvCxnSpPr>
            <p:spPr>
              <a:xfrm>
                <a:off x="-1071443" y="-436018"/>
                <a:ext cx="1466400" cy="299400"/>
              </a:xfrm>
              <a:prstGeom prst="straightConnector1">
                <a:avLst/>
              </a:prstGeom>
              <a:noFill/>
              <a:ln w="9525" cap="flat" cmpd="sng">
                <a:solidFill>
                  <a:schemeClr val="dk2"/>
                </a:solidFill>
                <a:prstDash val="solid"/>
                <a:round/>
                <a:headEnd type="none" w="med" len="med"/>
                <a:tailEnd type="none" w="med" len="med"/>
              </a:ln>
            </p:spPr>
          </p:cxnSp>
          <p:cxnSp>
            <p:nvCxnSpPr>
              <p:cNvPr id="112" name="Google Shape;112;p3"/>
              <p:cNvCxnSpPr>
                <a:stCxn id="109" idx="1"/>
                <a:endCxn id="89" idx="5"/>
              </p:cNvCxnSpPr>
              <p:nvPr/>
            </p:nvCxnSpPr>
            <p:spPr>
              <a:xfrm>
                <a:off x="-1071443" y="-436018"/>
                <a:ext cx="1359000" cy="1022100"/>
              </a:xfrm>
              <a:prstGeom prst="straightConnector1">
                <a:avLst/>
              </a:prstGeom>
              <a:noFill/>
              <a:ln w="9525" cap="flat" cmpd="sng">
                <a:solidFill>
                  <a:schemeClr val="dk2"/>
                </a:solidFill>
                <a:prstDash val="solid"/>
                <a:round/>
                <a:headEnd type="none" w="med" len="med"/>
                <a:tailEnd type="none" w="med" len="med"/>
              </a:ln>
            </p:spPr>
          </p:cxnSp>
          <p:sp>
            <p:nvSpPr>
              <p:cNvPr id="113" name="Google Shape;113;p3"/>
              <p:cNvSpPr/>
              <p:nvPr/>
            </p:nvSpPr>
            <p:spPr>
              <a:xfrm rot="10361165">
                <a:off x="-233691" y="3414341"/>
                <a:ext cx="428890" cy="42889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14" name="Google Shape;114;p3"/>
              <p:cNvCxnSpPr>
                <a:stCxn id="91" idx="0"/>
                <a:endCxn id="113" idx="3"/>
              </p:cNvCxnSpPr>
              <p:nvPr/>
            </p:nvCxnSpPr>
            <p:spPr>
              <a:xfrm flipH="1">
                <a:off x="111850" y="2530339"/>
                <a:ext cx="385800" cy="928800"/>
              </a:xfrm>
              <a:prstGeom prst="straightConnector1">
                <a:avLst/>
              </a:prstGeom>
              <a:noFill/>
              <a:ln w="9525" cap="flat" cmpd="sng">
                <a:solidFill>
                  <a:schemeClr val="dk2"/>
                </a:solidFill>
                <a:prstDash val="solid"/>
                <a:round/>
                <a:headEnd type="none" w="med" len="med"/>
                <a:tailEnd type="none" w="med" len="med"/>
              </a:ln>
            </p:spPr>
          </p:cxnSp>
          <p:cxnSp>
            <p:nvCxnSpPr>
              <p:cNvPr id="115" name="Google Shape;115;p3"/>
              <p:cNvCxnSpPr>
                <a:stCxn id="87" idx="0"/>
                <a:endCxn id="113" idx="5"/>
              </p:cNvCxnSpPr>
              <p:nvPr/>
            </p:nvCxnSpPr>
            <p:spPr>
              <a:xfrm>
                <a:off x="-731455" y="2394604"/>
                <a:ext cx="542400" cy="1103100"/>
              </a:xfrm>
              <a:prstGeom prst="straightConnector1">
                <a:avLst/>
              </a:prstGeom>
              <a:noFill/>
              <a:ln w="9525" cap="flat" cmpd="sng">
                <a:solidFill>
                  <a:schemeClr val="dk2"/>
                </a:solidFill>
                <a:prstDash val="solid"/>
                <a:round/>
                <a:headEnd type="none" w="med" len="med"/>
                <a:tailEnd type="none" w="med" len="med"/>
              </a:ln>
            </p:spPr>
          </p:cxnSp>
        </p:grpSp>
        <p:grpSp>
          <p:nvGrpSpPr>
            <p:cNvPr id="116" name="Google Shape;116;p3"/>
            <p:cNvGrpSpPr/>
            <p:nvPr/>
          </p:nvGrpSpPr>
          <p:grpSpPr>
            <a:xfrm>
              <a:off x="6988759" y="2308882"/>
              <a:ext cx="5696014" cy="4016976"/>
              <a:chOff x="6988759" y="2308882"/>
              <a:chExt cx="5696014" cy="4016976"/>
            </a:xfrm>
          </p:grpSpPr>
          <p:sp>
            <p:nvSpPr>
              <p:cNvPr id="117" name="Google Shape;117;p3"/>
              <p:cNvSpPr/>
              <p:nvPr/>
            </p:nvSpPr>
            <p:spPr>
              <a:xfrm rot="10800000" flipH="1">
                <a:off x="6988759" y="4811408"/>
                <a:ext cx="194400" cy="194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8" name="Google Shape;118;p3"/>
              <p:cNvSpPr/>
              <p:nvPr/>
            </p:nvSpPr>
            <p:spPr>
              <a:xfrm rot="10800000" flipH="1">
                <a:off x="9708881" y="5924735"/>
                <a:ext cx="194400" cy="194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9" name="Google Shape;119;p3"/>
              <p:cNvSpPr/>
              <p:nvPr/>
            </p:nvSpPr>
            <p:spPr>
              <a:xfrm rot="10800000" flipH="1">
                <a:off x="9274463" y="3379603"/>
                <a:ext cx="401400" cy="40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0" name="Google Shape;120;p3"/>
              <p:cNvSpPr/>
              <p:nvPr/>
            </p:nvSpPr>
            <p:spPr>
              <a:xfrm rot="10800000" flipH="1">
                <a:off x="8847429" y="5037312"/>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1" name="Google Shape;121;p3"/>
              <p:cNvSpPr/>
              <p:nvPr/>
            </p:nvSpPr>
            <p:spPr>
              <a:xfrm rot="10800000" flipH="1">
                <a:off x="7696942" y="5973758"/>
                <a:ext cx="96300" cy="963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2" name="Google Shape;122;p3"/>
              <p:cNvSpPr/>
              <p:nvPr/>
            </p:nvSpPr>
            <p:spPr>
              <a:xfrm rot="10800000" flipH="1">
                <a:off x="8847429" y="6195358"/>
                <a:ext cx="130500" cy="130500"/>
              </a:xfrm>
              <a:prstGeom prst="ellipse">
                <a:avLst/>
              </a:prstGeom>
              <a:solidFill>
                <a:srgbClr val="FF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3" name="Google Shape;123;p3"/>
              <p:cNvSpPr/>
              <p:nvPr/>
            </p:nvSpPr>
            <p:spPr>
              <a:xfrm rot="10800000" flipH="1">
                <a:off x="7958998" y="4095690"/>
                <a:ext cx="130500" cy="130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4" name="Google Shape;124;p3"/>
              <p:cNvSpPr/>
              <p:nvPr/>
            </p:nvSpPr>
            <p:spPr>
              <a:xfrm rot="10800000" flipH="1">
                <a:off x="12588473" y="4375765"/>
                <a:ext cx="96300" cy="96300"/>
              </a:xfrm>
              <a:prstGeom prst="ellipse">
                <a:avLst/>
              </a:prstGeom>
              <a:solidFill>
                <a:srgbClr val="86CF6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25" name="Google Shape;125;p3"/>
              <p:cNvCxnSpPr>
                <a:stCxn id="121" idx="5"/>
                <a:endCxn id="120" idx="1"/>
              </p:cNvCxnSpPr>
              <p:nvPr/>
            </p:nvCxnSpPr>
            <p:spPr>
              <a:xfrm rot="10800000" flipH="1">
                <a:off x="7779139" y="5148761"/>
                <a:ext cx="1087500" cy="839100"/>
              </a:xfrm>
              <a:prstGeom prst="straightConnector1">
                <a:avLst/>
              </a:prstGeom>
              <a:noFill/>
              <a:ln w="9525" cap="flat" cmpd="sng">
                <a:solidFill>
                  <a:schemeClr val="dk2"/>
                </a:solidFill>
                <a:prstDash val="solid"/>
                <a:round/>
                <a:headEnd type="none" w="med" len="med"/>
                <a:tailEnd type="none" w="med" len="med"/>
              </a:ln>
            </p:spPr>
          </p:cxnSp>
          <p:cxnSp>
            <p:nvCxnSpPr>
              <p:cNvPr id="126" name="Google Shape;126;p3"/>
              <p:cNvCxnSpPr>
                <a:stCxn id="122" idx="4"/>
                <a:endCxn id="120" idx="0"/>
              </p:cNvCxnSpPr>
              <p:nvPr/>
            </p:nvCxnSpPr>
            <p:spPr>
              <a:xfrm rot="10800000">
                <a:off x="8912679" y="5167858"/>
                <a:ext cx="0" cy="1027500"/>
              </a:xfrm>
              <a:prstGeom prst="straightConnector1">
                <a:avLst/>
              </a:prstGeom>
              <a:noFill/>
              <a:ln w="9525" cap="flat" cmpd="sng">
                <a:solidFill>
                  <a:schemeClr val="dk2"/>
                </a:solidFill>
                <a:prstDash val="solid"/>
                <a:round/>
                <a:headEnd type="none" w="med" len="med"/>
                <a:tailEnd type="none" w="med" len="med"/>
              </a:ln>
            </p:spPr>
          </p:cxnSp>
          <p:cxnSp>
            <p:nvCxnSpPr>
              <p:cNvPr id="127" name="Google Shape;127;p3"/>
              <p:cNvCxnSpPr>
                <a:stCxn id="117" idx="6"/>
                <a:endCxn id="120" idx="2"/>
              </p:cNvCxnSpPr>
              <p:nvPr/>
            </p:nvCxnSpPr>
            <p:spPr>
              <a:xfrm>
                <a:off x="7183159" y="4908608"/>
                <a:ext cx="1664400" cy="194100"/>
              </a:xfrm>
              <a:prstGeom prst="straightConnector1">
                <a:avLst/>
              </a:prstGeom>
              <a:noFill/>
              <a:ln w="9525" cap="flat" cmpd="sng">
                <a:solidFill>
                  <a:schemeClr val="dk2"/>
                </a:solidFill>
                <a:prstDash val="solid"/>
                <a:round/>
                <a:headEnd type="none" w="med" len="med"/>
                <a:tailEnd type="none" w="med" len="med"/>
              </a:ln>
            </p:spPr>
          </p:cxnSp>
          <p:cxnSp>
            <p:nvCxnSpPr>
              <p:cNvPr id="128" name="Google Shape;128;p3"/>
              <p:cNvCxnSpPr>
                <a:stCxn id="117" idx="0"/>
                <a:endCxn id="121" idx="3"/>
              </p:cNvCxnSpPr>
              <p:nvPr/>
            </p:nvCxnSpPr>
            <p:spPr>
              <a:xfrm>
                <a:off x="7085959" y="5005808"/>
                <a:ext cx="625200" cy="982200"/>
              </a:xfrm>
              <a:prstGeom prst="straightConnector1">
                <a:avLst/>
              </a:prstGeom>
              <a:noFill/>
              <a:ln w="9525" cap="flat" cmpd="sng">
                <a:solidFill>
                  <a:schemeClr val="dk2"/>
                </a:solidFill>
                <a:prstDash val="solid"/>
                <a:round/>
                <a:headEnd type="none" w="med" len="med"/>
                <a:tailEnd type="none" w="med" len="med"/>
              </a:ln>
            </p:spPr>
          </p:cxnSp>
          <p:cxnSp>
            <p:nvCxnSpPr>
              <p:cNvPr id="129" name="Google Shape;129;p3"/>
              <p:cNvCxnSpPr>
                <a:stCxn id="121" idx="7"/>
                <a:endCxn id="122" idx="2"/>
              </p:cNvCxnSpPr>
              <p:nvPr/>
            </p:nvCxnSpPr>
            <p:spPr>
              <a:xfrm>
                <a:off x="7779139" y="6055955"/>
                <a:ext cx="1068300" cy="204600"/>
              </a:xfrm>
              <a:prstGeom prst="straightConnector1">
                <a:avLst/>
              </a:prstGeom>
              <a:noFill/>
              <a:ln w="9525" cap="flat" cmpd="sng">
                <a:solidFill>
                  <a:schemeClr val="dk2"/>
                </a:solidFill>
                <a:prstDash val="solid"/>
                <a:round/>
                <a:headEnd type="none" w="med" len="med"/>
                <a:tailEnd type="none" w="med" len="med"/>
              </a:ln>
            </p:spPr>
          </p:cxnSp>
          <p:cxnSp>
            <p:nvCxnSpPr>
              <p:cNvPr id="130" name="Google Shape;130;p3"/>
              <p:cNvCxnSpPr>
                <a:stCxn id="122" idx="6"/>
                <a:endCxn id="118" idx="2"/>
              </p:cNvCxnSpPr>
              <p:nvPr/>
            </p:nvCxnSpPr>
            <p:spPr>
              <a:xfrm rot="10800000" flipH="1">
                <a:off x="8977929" y="6021808"/>
                <a:ext cx="731100" cy="238800"/>
              </a:xfrm>
              <a:prstGeom prst="straightConnector1">
                <a:avLst/>
              </a:prstGeom>
              <a:noFill/>
              <a:ln w="9525" cap="flat" cmpd="sng">
                <a:solidFill>
                  <a:schemeClr val="dk2"/>
                </a:solidFill>
                <a:prstDash val="solid"/>
                <a:round/>
                <a:headEnd type="none" w="med" len="med"/>
                <a:tailEnd type="none" w="med" len="med"/>
              </a:ln>
            </p:spPr>
          </p:cxnSp>
          <p:cxnSp>
            <p:nvCxnSpPr>
              <p:cNvPr id="131" name="Google Shape;131;p3"/>
              <p:cNvCxnSpPr>
                <a:stCxn id="120" idx="7"/>
                <a:endCxn id="118" idx="3"/>
              </p:cNvCxnSpPr>
              <p:nvPr/>
            </p:nvCxnSpPr>
            <p:spPr>
              <a:xfrm>
                <a:off x="8958818" y="5148700"/>
                <a:ext cx="778500" cy="804600"/>
              </a:xfrm>
              <a:prstGeom prst="straightConnector1">
                <a:avLst/>
              </a:prstGeom>
              <a:noFill/>
              <a:ln w="9525" cap="flat" cmpd="sng">
                <a:solidFill>
                  <a:schemeClr val="dk2"/>
                </a:solidFill>
                <a:prstDash val="solid"/>
                <a:round/>
                <a:headEnd type="none" w="med" len="med"/>
                <a:tailEnd type="none" w="med" len="med"/>
              </a:ln>
            </p:spPr>
          </p:cxnSp>
          <p:cxnSp>
            <p:nvCxnSpPr>
              <p:cNvPr id="132" name="Google Shape;132;p3"/>
              <p:cNvCxnSpPr>
                <a:stCxn id="117" idx="5"/>
                <a:endCxn id="123" idx="1"/>
              </p:cNvCxnSpPr>
              <p:nvPr/>
            </p:nvCxnSpPr>
            <p:spPr>
              <a:xfrm rot="10800000" flipH="1">
                <a:off x="7154690" y="4207177"/>
                <a:ext cx="823500" cy="632700"/>
              </a:xfrm>
              <a:prstGeom prst="straightConnector1">
                <a:avLst/>
              </a:prstGeom>
              <a:noFill/>
              <a:ln w="9525" cap="flat" cmpd="sng">
                <a:solidFill>
                  <a:schemeClr val="dk2"/>
                </a:solidFill>
                <a:prstDash val="solid"/>
                <a:round/>
                <a:headEnd type="none" w="med" len="med"/>
                <a:tailEnd type="none" w="med" len="med"/>
              </a:ln>
            </p:spPr>
          </p:cxnSp>
          <p:cxnSp>
            <p:nvCxnSpPr>
              <p:cNvPr id="133" name="Google Shape;133;p3"/>
              <p:cNvCxnSpPr>
                <a:stCxn id="123" idx="7"/>
                <a:endCxn id="120" idx="3"/>
              </p:cNvCxnSpPr>
              <p:nvPr/>
            </p:nvCxnSpPr>
            <p:spPr>
              <a:xfrm>
                <a:off x="8070387" y="4207078"/>
                <a:ext cx="796200" cy="849300"/>
              </a:xfrm>
              <a:prstGeom prst="straightConnector1">
                <a:avLst/>
              </a:prstGeom>
              <a:noFill/>
              <a:ln w="9525" cap="flat" cmpd="sng">
                <a:solidFill>
                  <a:schemeClr val="dk2"/>
                </a:solidFill>
                <a:prstDash val="solid"/>
                <a:round/>
                <a:headEnd type="none" w="med" len="med"/>
                <a:tailEnd type="none" w="med" len="med"/>
              </a:ln>
            </p:spPr>
          </p:cxnSp>
          <p:cxnSp>
            <p:nvCxnSpPr>
              <p:cNvPr id="134" name="Google Shape;134;p3"/>
              <p:cNvCxnSpPr>
                <a:stCxn id="123" idx="7"/>
                <a:endCxn id="119" idx="1"/>
              </p:cNvCxnSpPr>
              <p:nvPr/>
            </p:nvCxnSpPr>
            <p:spPr>
              <a:xfrm rot="10800000" flipH="1">
                <a:off x="8070387" y="3722278"/>
                <a:ext cx="1263000" cy="484800"/>
              </a:xfrm>
              <a:prstGeom prst="straightConnector1">
                <a:avLst/>
              </a:prstGeom>
              <a:noFill/>
              <a:ln w="9525" cap="flat" cmpd="sng">
                <a:solidFill>
                  <a:schemeClr val="dk2"/>
                </a:solidFill>
                <a:prstDash val="solid"/>
                <a:round/>
                <a:headEnd type="none" w="med" len="med"/>
                <a:tailEnd type="none" w="med" len="med"/>
              </a:ln>
            </p:spPr>
          </p:cxnSp>
          <p:cxnSp>
            <p:nvCxnSpPr>
              <p:cNvPr id="135" name="Google Shape;135;p3"/>
              <p:cNvCxnSpPr>
                <a:stCxn id="119" idx="0"/>
                <a:endCxn id="120" idx="5"/>
              </p:cNvCxnSpPr>
              <p:nvPr/>
            </p:nvCxnSpPr>
            <p:spPr>
              <a:xfrm flipH="1">
                <a:off x="8958863" y="3781003"/>
                <a:ext cx="516300" cy="1275300"/>
              </a:xfrm>
              <a:prstGeom prst="straightConnector1">
                <a:avLst/>
              </a:prstGeom>
              <a:noFill/>
              <a:ln w="9525" cap="flat" cmpd="sng">
                <a:solidFill>
                  <a:schemeClr val="dk2"/>
                </a:solidFill>
                <a:prstDash val="solid"/>
                <a:round/>
                <a:headEnd type="none" w="med" len="med"/>
                <a:tailEnd type="none" w="med" len="med"/>
              </a:ln>
            </p:spPr>
          </p:cxnSp>
          <p:cxnSp>
            <p:nvCxnSpPr>
              <p:cNvPr id="136" name="Google Shape;136;p3"/>
              <p:cNvCxnSpPr>
                <a:stCxn id="124" idx="1"/>
                <a:endCxn id="118" idx="5"/>
              </p:cNvCxnSpPr>
              <p:nvPr/>
            </p:nvCxnSpPr>
            <p:spPr>
              <a:xfrm flipH="1">
                <a:off x="9874676" y="4457962"/>
                <a:ext cx="2727900" cy="1495200"/>
              </a:xfrm>
              <a:prstGeom prst="straightConnector1">
                <a:avLst/>
              </a:prstGeom>
              <a:noFill/>
              <a:ln w="9525" cap="flat" cmpd="sng">
                <a:solidFill>
                  <a:schemeClr val="dk2"/>
                </a:solidFill>
                <a:prstDash val="solid"/>
                <a:round/>
                <a:headEnd type="none" w="med" len="med"/>
                <a:tailEnd type="none" w="med" len="med"/>
              </a:ln>
            </p:spPr>
          </p:cxnSp>
          <p:cxnSp>
            <p:nvCxnSpPr>
              <p:cNvPr id="137" name="Google Shape;137;p3"/>
              <p:cNvCxnSpPr>
                <a:stCxn id="121" idx="6"/>
                <a:endCxn id="124" idx="1"/>
              </p:cNvCxnSpPr>
              <p:nvPr/>
            </p:nvCxnSpPr>
            <p:spPr>
              <a:xfrm rot="10800000" flipH="1">
                <a:off x="7793242" y="4458008"/>
                <a:ext cx="4809300" cy="1563900"/>
              </a:xfrm>
              <a:prstGeom prst="straightConnector1">
                <a:avLst/>
              </a:prstGeom>
              <a:noFill/>
              <a:ln w="9525" cap="flat" cmpd="sng">
                <a:solidFill>
                  <a:schemeClr val="dk2"/>
                </a:solidFill>
                <a:prstDash val="solid"/>
                <a:round/>
                <a:headEnd type="none" w="med" len="med"/>
                <a:tailEnd type="none" w="med" len="med"/>
              </a:ln>
            </p:spPr>
          </p:cxnSp>
          <p:cxnSp>
            <p:nvCxnSpPr>
              <p:cNvPr id="138" name="Google Shape;138;p3"/>
              <p:cNvCxnSpPr>
                <a:stCxn id="118" idx="4"/>
                <a:endCxn id="119" idx="0"/>
              </p:cNvCxnSpPr>
              <p:nvPr/>
            </p:nvCxnSpPr>
            <p:spPr>
              <a:xfrm rot="10800000">
                <a:off x="9475181" y="3780935"/>
                <a:ext cx="330900" cy="2143800"/>
              </a:xfrm>
              <a:prstGeom prst="straightConnector1">
                <a:avLst/>
              </a:prstGeom>
              <a:noFill/>
              <a:ln w="9525" cap="flat" cmpd="sng">
                <a:solidFill>
                  <a:schemeClr val="dk2"/>
                </a:solidFill>
                <a:prstDash val="solid"/>
                <a:round/>
                <a:headEnd type="none" w="med" len="med"/>
                <a:tailEnd type="none" w="med" len="med"/>
              </a:ln>
            </p:spPr>
          </p:cxnSp>
          <p:sp>
            <p:nvSpPr>
              <p:cNvPr id="139" name="Google Shape;139;p3"/>
              <p:cNvSpPr/>
              <p:nvPr/>
            </p:nvSpPr>
            <p:spPr>
              <a:xfrm rot="10800000" flipH="1">
                <a:off x="11005448" y="3761850"/>
                <a:ext cx="130500" cy="130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0" name="Google Shape;140;p3"/>
              <p:cNvCxnSpPr>
                <a:stCxn id="124" idx="2"/>
                <a:endCxn id="139" idx="7"/>
              </p:cNvCxnSpPr>
              <p:nvPr/>
            </p:nvCxnSpPr>
            <p:spPr>
              <a:xfrm rot="10800000">
                <a:off x="11116973" y="3873115"/>
                <a:ext cx="1471500" cy="550800"/>
              </a:xfrm>
              <a:prstGeom prst="straightConnector1">
                <a:avLst/>
              </a:prstGeom>
              <a:noFill/>
              <a:ln w="9525" cap="flat" cmpd="sng">
                <a:solidFill>
                  <a:srgbClr val="434343"/>
                </a:solidFill>
                <a:prstDash val="solid"/>
                <a:round/>
                <a:headEnd type="none" w="med" len="med"/>
                <a:tailEnd type="none" w="med" len="med"/>
              </a:ln>
            </p:spPr>
          </p:cxnSp>
          <p:cxnSp>
            <p:nvCxnSpPr>
              <p:cNvPr id="141" name="Google Shape;141;p3"/>
              <p:cNvCxnSpPr>
                <a:stCxn id="139" idx="2"/>
                <a:endCxn id="119" idx="6"/>
              </p:cNvCxnSpPr>
              <p:nvPr/>
            </p:nvCxnSpPr>
            <p:spPr>
              <a:xfrm rot="10800000">
                <a:off x="9675848" y="3580200"/>
                <a:ext cx="1329600" cy="246900"/>
              </a:xfrm>
              <a:prstGeom prst="straightConnector1">
                <a:avLst/>
              </a:prstGeom>
              <a:noFill/>
              <a:ln w="9525" cap="flat" cmpd="sng">
                <a:solidFill>
                  <a:schemeClr val="dk2"/>
                </a:solidFill>
                <a:prstDash val="solid"/>
                <a:round/>
                <a:headEnd type="none" w="med" len="med"/>
                <a:tailEnd type="none" w="med" len="med"/>
              </a:ln>
            </p:spPr>
          </p:cxnSp>
          <p:cxnSp>
            <p:nvCxnSpPr>
              <p:cNvPr id="142" name="Google Shape;142;p3"/>
              <p:cNvCxnSpPr>
                <a:stCxn id="139" idx="0"/>
                <a:endCxn id="118" idx="4"/>
              </p:cNvCxnSpPr>
              <p:nvPr/>
            </p:nvCxnSpPr>
            <p:spPr>
              <a:xfrm flipH="1">
                <a:off x="9806198" y="3892350"/>
                <a:ext cx="1264500" cy="2032500"/>
              </a:xfrm>
              <a:prstGeom prst="straightConnector1">
                <a:avLst/>
              </a:prstGeom>
              <a:noFill/>
              <a:ln w="9525" cap="flat" cmpd="sng">
                <a:solidFill>
                  <a:schemeClr val="dk2"/>
                </a:solidFill>
                <a:prstDash val="solid"/>
                <a:round/>
                <a:headEnd type="none" w="med" len="med"/>
                <a:tailEnd type="none" w="med" len="med"/>
              </a:ln>
            </p:spPr>
          </p:cxnSp>
          <p:cxnSp>
            <p:nvCxnSpPr>
              <p:cNvPr id="143" name="Google Shape;143;p3"/>
              <p:cNvCxnSpPr>
                <a:stCxn id="139" idx="1"/>
                <a:endCxn id="120" idx="5"/>
              </p:cNvCxnSpPr>
              <p:nvPr/>
            </p:nvCxnSpPr>
            <p:spPr>
              <a:xfrm flipH="1">
                <a:off x="8958759" y="3873239"/>
                <a:ext cx="2065800" cy="1183200"/>
              </a:xfrm>
              <a:prstGeom prst="straightConnector1">
                <a:avLst/>
              </a:prstGeom>
              <a:noFill/>
              <a:ln w="9525" cap="flat" cmpd="sng">
                <a:solidFill>
                  <a:schemeClr val="dk2"/>
                </a:solidFill>
                <a:prstDash val="solid"/>
                <a:round/>
                <a:headEnd type="none" w="med" len="med"/>
                <a:tailEnd type="none" w="med" len="med"/>
              </a:ln>
            </p:spPr>
          </p:cxnSp>
          <p:sp>
            <p:nvSpPr>
              <p:cNvPr id="144" name="Google Shape;144;p3"/>
              <p:cNvSpPr/>
              <p:nvPr/>
            </p:nvSpPr>
            <p:spPr>
              <a:xfrm rot="10800000" flipH="1">
                <a:off x="8260191" y="2787257"/>
                <a:ext cx="194400" cy="1944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5" name="Google Shape;145;p3"/>
              <p:cNvCxnSpPr>
                <a:stCxn id="119" idx="3"/>
                <a:endCxn id="144" idx="7"/>
              </p:cNvCxnSpPr>
              <p:nvPr/>
            </p:nvCxnSpPr>
            <p:spPr>
              <a:xfrm rot="10800000">
                <a:off x="8426047" y="2953287"/>
                <a:ext cx="907200" cy="485100"/>
              </a:xfrm>
              <a:prstGeom prst="straightConnector1">
                <a:avLst/>
              </a:prstGeom>
              <a:noFill/>
              <a:ln w="9525" cap="flat" cmpd="sng">
                <a:solidFill>
                  <a:schemeClr val="dk2"/>
                </a:solidFill>
                <a:prstDash val="solid"/>
                <a:round/>
                <a:headEnd type="none" w="med" len="med"/>
                <a:tailEnd type="none" w="med" len="med"/>
              </a:ln>
            </p:spPr>
          </p:cxnSp>
          <p:cxnSp>
            <p:nvCxnSpPr>
              <p:cNvPr id="146" name="Google Shape;146;p3"/>
              <p:cNvCxnSpPr>
                <a:stCxn id="144" idx="0"/>
                <a:endCxn id="123" idx="4"/>
              </p:cNvCxnSpPr>
              <p:nvPr/>
            </p:nvCxnSpPr>
            <p:spPr>
              <a:xfrm flipH="1">
                <a:off x="8024391" y="2981657"/>
                <a:ext cx="333000" cy="1113900"/>
              </a:xfrm>
              <a:prstGeom prst="straightConnector1">
                <a:avLst/>
              </a:prstGeom>
              <a:noFill/>
              <a:ln w="9525" cap="flat" cmpd="sng">
                <a:solidFill>
                  <a:schemeClr val="dk2"/>
                </a:solidFill>
                <a:prstDash val="solid"/>
                <a:round/>
                <a:headEnd type="none" w="med" len="med"/>
                <a:tailEnd type="none" w="med" len="med"/>
              </a:ln>
            </p:spPr>
          </p:cxnSp>
          <p:sp>
            <p:nvSpPr>
              <p:cNvPr id="147" name="Google Shape;147;p3"/>
              <p:cNvSpPr/>
              <p:nvPr/>
            </p:nvSpPr>
            <p:spPr>
              <a:xfrm rot="10800000" flipH="1">
                <a:off x="7973826" y="4652423"/>
                <a:ext cx="249300" cy="2493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8" name="Google Shape;148;p3"/>
              <p:cNvCxnSpPr>
                <a:stCxn id="117" idx="6"/>
                <a:endCxn id="147" idx="2"/>
              </p:cNvCxnSpPr>
              <p:nvPr/>
            </p:nvCxnSpPr>
            <p:spPr>
              <a:xfrm rot="10800000" flipH="1">
                <a:off x="7183159" y="4777208"/>
                <a:ext cx="790800" cy="131400"/>
              </a:xfrm>
              <a:prstGeom prst="straightConnector1">
                <a:avLst/>
              </a:prstGeom>
              <a:noFill/>
              <a:ln w="9525" cap="flat" cmpd="sng">
                <a:solidFill>
                  <a:schemeClr val="dk2"/>
                </a:solidFill>
                <a:prstDash val="solid"/>
                <a:round/>
                <a:headEnd type="none" w="med" len="med"/>
                <a:tailEnd type="none" w="med" len="med"/>
              </a:ln>
            </p:spPr>
          </p:cxnSp>
          <p:cxnSp>
            <p:nvCxnSpPr>
              <p:cNvPr id="149" name="Google Shape;149;p3"/>
              <p:cNvCxnSpPr>
                <a:stCxn id="123" idx="0"/>
                <a:endCxn id="147" idx="4"/>
              </p:cNvCxnSpPr>
              <p:nvPr/>
            </p:nvCxnSpPr>
            <p:spPr>
              <a:xfrm>
                <a:off x="8024248" y="4226190"/>
                <a:ext cx="74100" cy="426300"/>
              </a:xfrm>
              <a:prstGeom prst="straightConnector1">
                <a:avLst/>
              </a:prstGeom>
              <a:noFill/>
              <a:ln w="9525" cap="flat" cmpd="sng">
                <a:solidFill>
                  <a:schemeClr val="dk2"/>
                </a:solidFill>
                <a:prstDash val="solid"/>
                <a:round/>
                <a:headEnd type="none" w="med" len="med"/>
                <a:tailEnd type="none" w="med" len="med"/>
              </a:ln>
            </p:spPr>
          </p:cxnSp>
          <p:cxnSp>
            <p:nvCxnSpPr>
              <p:cNvPr id="150" name="Google Shape;150;p3"/>
              <p:cNvCxnSpPr>
                <a:stCxn id="147" idx="6"/>
                <a:endCxn id="120" idx="3"/>
              </p:cNvCxnSpPr>
              <p:nvPr/>
            </p:nvCxnSpPr>
            <p:spPr>
              <a:xfrm>
                <a:off x="8223126" y="4777073"/>
                <a:ext cx="643500" cy="279300"/>
              </a:xfrm>
              <a:prstGeom prst="straightConnector1">
                <a:avLst/>
              </a:prstGeom>
              <a:noFill/>
              <a:ln w="9525" cap="flat" cmpd="sng">
                <a:solidFill>
                  <a:schemeClr val="dk2"/>
                </a:solidFill>
                <a:prstDash val="solid"/>
                <a:round/>
                <a:headEnd type="none" w="med" len="med"/>
                <a:tailEnd type="none" w="med" len="med"/>
              </a:ln>
            </p:spPr>
          </p:cxnSp>
          <p:sp>
            <p:nvSpPr>
              <p:cNvPr id="151" name="Google Shape;151;p3"/>
              <p:cNvSpPr/>
              <p:nvPr/>
            </p:nvSpPr>
            <p:spPr>
              <a:xfrm rot="10800000" flipH="1">
                <a:off x="8782441" y="2308882"/>
                <a:ext cx="194400" cy="194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2" name="Google Shape;152;p3"/>
              <p:cNvCxnSpPr>
                <a:stCxn id="144" idx="5"/>
                <a:endCxn id="151" idx="1"/>
              </p:cNvCxnSpPr>
              <p:nvPr/>
            </p:nvCxnSpPr>
            <p:spPr>
              <a:xfrm rot="10800000" flipH="1">
                <a:off x="8426122" y="2474926"/>
                <a:ext cx="384900" cy="340800"/>
              </a:xfrm>
              <a:prstGeom prst="straightConnector1">
                <a:avLst/>
              </a:prstGeom>
              <a:noFill/>
              <a:ln w="9525" cap="flat" cmpd="sng">
                <a:solidFill>
                  <a:schemeClr val="dk2"/>
                </a:solidFill>
                <a:prstDash val="solid"/>
                <a:round/>
                <a:headEnd type="none" w="med" len="med"/>
                <a:tailEnd type="none" w="med" len="med"/>
              </a:ln>
            </p:spPr>
          </p:cxnSp>
          <p:cxnSp>
            <p:nvCxnSpPr>
              <p:cNvPr id="153" name="Google Shape;153;p3"/>
              <p:cNvCxnSpPr>
                <a:stCxn id="151" idx="7"/>
                <a:endCxn id="119" idx="3"/>
              </p:cNvCxnSpPr>
              <p:nvPr/>
            </p:nvCxnSpPr>
            <p:spPr>
              <a:xfrm>
                <a:off x="8948372" y="2474812"/>
                <a:ext cx="384900" cy="963600"/>
              </a:xfrm>
              <a:prstGeom prst="straightConnector1">
                <a:avLst/>
              </a:prstGeom>
              <a:noFill/>
              <a:ln w="9525" cap="flat" cmpd="sng">
                <a:solidFill>
                  <a:schemeClr val="dk2"/>
                </a:solidFill>
                <a:prstDash val="solid"/>
                <a:round/>
                <a:headEnd type="none" w="med" len="med"/>
                <a:tailEnd type="none" w="med" len="med"/>
              </a:ln>
            </p:spPr>
          </p:cxnSp>
          <p:sp>
            <p:nvSpPr>
              <p:cNvPr id="154" name="Google Shape;154;p3"/>
              <p:cNvSpPr/>
              <p:nvPr/>
            </p:nvSpPr>
            <p:spPr>
              <a:xfrm rot="10800000" flipH="1">
                <a:off x="8521366" y="3414207"/>
                <a:ext cx="194400" cy="194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5" name="Google Shape;155;p3"/>
              <p:cNvCxnSpPr>
                <a:stCxn id="144" idx="0"/>
                <a:endCxn id="154" idx="3"/>
              </p:cNvCxnSpPr>
              <p:nvPr/>
            </p:nvCxnSpPr>
            <p:spPr>
              <a:xfrm>
                <a:off x="8357391" y="2981657"/>
                <a:ext cx="192300" cy="461100"/>
              </a:xfrm>
              <a:prstGeom prst="straightConnector1">
                <a:avLst/>
              </a:prstGeom>
              <a:noFill/>
              <a:ln w="9525" cap="flat" cmpd="sng">
                <a:solidFill>
                  <a:schemeClr val="dk2"/>
                </a:solidFill>
                <a:prstDash val="solid"/>
                <a:round/>
                <a:headEnd type="none" w="med" len="med"/>
                <a:tailEnd type="none" w="med" len="med"/>
              </a:ln>
            </p:spPr>
          </p:cxnSp>
          <p:cxnSp>
            <p:nvCxnSpPr>
              <p:cNvPr id="156" name="Google Shape;156;p3"/>
              <p:cNvCxnSpPr>
                <a:stCxn id="154" idx="1"/>
                <a:endCxn id="123" idx="5"/>
              </p:cNvCxnSpPr>
              <p:nvPr/>
            </p:nvCxnSpPr>
            <p:spPr>
              <a:xfrm flipH="1">
                <a:off x="8070435" y="3580137"/>
                <a:ext cx="479400" cy="534600"/>
              </a:xfrm>
              <a:prstGeom prst="straightConnector1">
                <a:avLst/>
              </a:prstGeom>
              <a:noFill/>
              <a:ln w="9525" cap="flat" cmpd="sng">
                <a:solidFill>
                  <a:schemeClr val="dk2"/>
                </a:solidFill>
                <a:prstDash val="solid"/>
                <a:round/>
                <a:headEnd type="none" w="med" len="med"/>
                <a:tailEnd type="none" w="med" len="med"/>
              </a:ln>
            </p:spPr>
          </p:cxnSp>
          <p:cxnSp>
            <p:nvCxnSpPr>
              <p:cNvPr id="157" name="Google Shape;157;p3"/>
              <p:cNvCxnSpPr>
                <a:stCxn id="154" idx="6"/>
                <a:endCxn id="119" idx="2"/>
              </p:cNvCxnSpPr>
              <p:nvPr/>
            </p:nvCxnSpPr>
            <p:spPr>
              <a:xfrm>
                <a:off x="8715766" y="3511407"/>
                <a:ext cx="558600" cy="69000"/>
              </a:xfrm>
              <a:prstGeom prst="straightConnector1">
                <a:avLst/>
              </a:prstGeom>
              <a:noFill/>
              <a:ln w="9525" cap="flat" cmpd="sng">
                <a:solidFill>
                  <a:schemeClr val="dk2"/>
                </a:solidFill>
                <a:prstDash val="solid"/>
                <a:round/>
                <a:headEnd type="none" w="med" len="med"/>
                <a:tailEnd type="none" w="med" len="med"/>
              </a:ln>
            </p:spPr>
          </p:cxn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30"/>
        <p:cNvGrpSpPr/>
        <p:nvPr/>
      </p:nvGrpSpPr>
      <p:grpSpPr>
        <a:xfrm>
          <a:off x="0" y="0"/>
          <a:ext cx="0" cy="0"/>
          <a:chOff x="0" y="0"/>
          <a:chExt cx="0" cy="0"/>
        </a:xfrm>
      </p:grpSpPr>
      <p:sp>
        <p:nvSpPr>
          <p:cNvPr id="231" name="Google Shape;231;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32" name="Google Shape;232;p5"/>
          <p:cNvSpPr txBox="1">
            <a:spLocks noGrp="1"/>
          </p:cNvSpPr>
          <p:nvPr>
            <p:ph type="subTitle" idx="1"/>
          </p:nvPr>
        </p:nvSpPr>
        <p:spPr>
          <a:xfrm>
            <a:off x="4951702" y="2609977"/>
            <a:ext cx="3141900" cy="11349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b="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33" name="Google Shape;233;p5"/>
          <p:cNvSpPr txBox="1">
            <a:spLocks noGrp="1"/>
          </p:cNvSpPr>
          <p:nvPr>
            <p:ph type="subTitle" idx="2"/>
          </p:nvPr>
        </p:nvSpPr>
        <p:spPr>
          <a:xfrm>
            <a:off x="1050400" y="2609977"/>
            <a:ext cx="3141900" cy="11349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b="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34" name="Google Shape;234;p5"/>
          <p:cNvSpPr txBox="1">
            <a:spLocks noGrp="1"/>
          </p:cNvSpPr>
          <p:nvPr>
            <p:ph type="subTitle" idx="3"/>
          </p:nvPr>
        </p:nvSpPr>
        <p:spPr>
          <a:xfrm>
            <a:off x="1050400" y="1821125"/>
            <a:ext cx="3141900" cy="86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DM Sans"/>
              <a:buNone/>
              <a:defRPr sz="2000" b="1">
                <a:solidFill>
                  <a:schemeClr val="dk1"/>
                </a:solidFill>
                <a:latin typeface="Albert Sans"/>
                <a:ea typeface="Albert Sans"/>
                <a:cs typeface="Albert Sans"/>
                <a:sym typeface="Albert Sans"/>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235" name="Google Shape;235;p5"/>
          <p:cNvSpPr txBox="1">
            <a:spLocks noGrp="1"/>
          </p:cNvSpPr>
          <p:nvPr>
            <p:ph type="subTitle" idx="4"/>
          </p:nvPr>
        </p:nvSpPr>
        <p:spPr>
          <a:xfrm>
            <a:off x="4951707" y="1821125"/>
            <a:ext cx="3141900" cy="86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DM Sans"/>
              <a:buNone/>
              <a:defRPr sz="2000" b="1">
                <a:solidFill>
                  <a:schemeClr val="dk1"/>
                </a:solidFill>
                <a:latin typeface="Albert Sans"/>
                <a:ea typeface="Albert Sans"/>
                <a:cs typeface="Albert Sans"/>
                <a:sym typeface="Albert Sans"/>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grpSp>
        <p:nvGrpSpPr>
          <p:cNvPr id="236" name="Google Shape;236;p5"/>
          <p:cNvGrpSpPr/>
          <p:nvPr/>
        </p:nvGrpSpPr>
        <p:grpSpPr>
          <a:xfrm>
            <a:off x="-497962" y="-2402532"/>
            <a:ext cx="9442425" cy="7984626"/>
            <a:chOff x="-497962" y="-2402532"/>
            <a:chExt cx="9442425" cy="7984626"/>
          </a:xfrm>
        </p:grpSpPr>
        <p:grpSp>
          <p:nvGrpSpPr>
            <p:cNvPr id="237" name="Google Shape;237;p5"/>
            <p:cNvGrpSpPr/>
            <p:nvPr/>
          </p:nvGrpSpPr>
          <p:grpSpPr>
            <a:xfrm>
              <a:off x="4589284" y="-2402532"/>
              <a:ext cx="4355179" cy="2890037"/>
              <a:chOff x="4589284" y="-2402532"/>
              <a:chExt cx="4355179" cy="2890037"/>
            </a:xfrm>
          </p:grpSpPr>
          <p:sp>
            <p:nvSpPr>
              <p:cNvPr id="238" name="Google Shape;238;p5"/>
              <p:cNvSpPr/>
              <p:nvPr/>
            </p:nvSpPr>
            <p:spPr>
              <a:xfrm rot="-2040502">
                <a:off x="4627083" y="192930"/>
                <a:ext cx="194703" cy="194703"/>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39" name="Google Shape;239;p5"/>
              <p:cNvSpPr/>
              <p:nvPr/>
            </p:nvSpPr>
            <p:spPr>
              <a:xfrm rot="-2040502">
                <a:off x="7193806" y="-2094369"/>
                <a:ext cx="194703" cy="194703"/>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40" name="Google Shape;240;p5"/>
              <p:cNvSpPr/>
              <p:nvPr/>
            </p:nvSpPr>
            <p:spPr>
              <a:xfrm rot="-2039936">
                <a:off x="7657969" y="-331832"/>
                <a:ext cx="401304" cy="401304"/>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41" name="Google Shape;241;p5"/>
              <p:cNvSpPr/>
              <p:nvPr/>
            </p:nvSpPr>
            <p:spPr>
              <a:xfrm rot="-2047713">
                <a:off x="6999695" y="-800627"/>
                <a:ext cx="130469" cy="130469"/>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42" name="Google Shape;242;p5"/>
              <p:cNvSpPr/>
              <p:nvPr/>
            </p:nvSpPr>
            <p:spPr>
              <a:xfrm rot="-2045153">
                <a:off x="6126796" y="-832163"/>
                <a:ext cx="96354" cy="96354"/>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43" name="Google Shape;243;p5"/>
              <p:cNvSpPr/>
              <p:nvPr/>
            </p:nvSpPr>
            <p:spPr>
              <a:xfrm rot="-2047713">
                <a:off x="6039211" y="-2377167"/>
                <a:ext cx="130469" cy="130469"/>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44" name="Google Shape;244;p5"/>
              <p:cNvSpPr/>
              <p:nvPr/>
            </p:nvSpPr>
            <p:spPr>
              <a:xfrm rot="-2047713">
                <a:off x="6268216" y="-105290"/>
                <a:ext cx="130469" cy="130469"/>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45" name="Google Shape;245;p5"/>
              <p:cNvSpPr/>
              <p:nvPr/>
            </p:nvSpPr>
            <p:spPr>
              <a:xfrm rot="-2045153">
                <a:off x="8100376" y="-1339754"/>
                <a:ext cx="96354" cy="96354"/>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246" name="Google Shape;246;p5"/>
              <p:cNvCxnSpPr>
                <a:stCxn id="242" idx="5"/>
                <a:endCxn id="241" idx="1"/>
              </p:cNvCxnSpPr>
              <p:nvPr/>
            </p:nvCxnSpPr>
            <p:spPr>
              <a:xfrm>
                <a:off x="6222278" y="-774864"/>
                <a:ext cx="778500" cy="27300"/>
              </a:xfrm>
              <a:prstGeom prst="straightConnector1">
                <a:avLst/>
              </a:prstGeom>
              <a:noFill/>
              <a:ln w="9525" cap="flat" cmpd="sng">
                <a:solidFill>
                  <a:schemeClr val="dk2"/>
                </a:solidFill>
                <a:prstDash val="solid"/>
                <a:round/>
                <a:headEnd type="none" w="med" len="med"/>
                <a:tailEnd type="none" w="med" len="med"/>
              </a:ln>
            </p:spPr>
          </p:cxnSp>
          <p:cxnSp>
            <p:nvCxnSpPr>
              <p:cNvPr id="247" name="Google Shape;247;p5"/>
              <p:cNvCxnSpPr>
                <a:stCxn id="243" idx="4"/>
                <a:endCxn id="241" idx="0"/>
              </p:cNvCxnSpPr>
              <p:nvPr/>
            </p:nvCxnSpPr>
            <p:spPr>
              <a:xfrm>
                <a:off x="6141046" y="-2257932"/>
                <a:ext cx="887400" cy="1468500"/>
              </a:xfrm>
              <a:prstGeom prst="straightConnector1">
                <a:avLst/>
              </a:prstGeom>
              <a:noFill/>
              <a:ln w="9525" cap="flat" cmpd="sng">
                <a:solidFill>
                  <a:schemeClr val="dk2"/>
                </a:solidFill>
                <a:prstDash val="solid"/>
                <a:round/>
                <a:headEnd type="none" w="med" len="med"/>
                <a:tailEnd type="none" w="med" len="med"/>
              </a:ln>
            </p:spPr>
          </p:cxnSp>
          <p:cxnSp>
            <p:nvCxnSpPr>
              <p:cNvPr id="248" name="Google Shape;248;p5"/>
              <p:cNvCxnSpPr>
                <a:stCxn id="238" idx="6"/>
                <a:endCxn id="242" idx="3"/>
              </p:cNvCxnSpPr>
              <p:nvPr/>
            </p:nvCxnSpPr>
            <p:spPr>
              <a:xfrm rot="10800000" flipH="1">
                <a:off x="4805134" y="-736769"/>
                <a:ext cx="1360800" cy="972600"/>
              </a:xfrm>
              <a:prstGeom prst="straightConnector1">
                <a:avLst/>
              </a:prstGeom>
              <a:noFill/>
              <a:ln w="9525" cap="flat" cmpd="sng">
                <a:solidFill>
                  <a:schemeClr val="dk2"/>
                </a:solidFill>
                <a:prstDash val="solid"/>
                <a:round/>
                <a:headEnd type="none" w="med" len="med"/>
                <a:tailEnd type="none" w="med" len="med"/>
              </a:ln>
            </p:spPr>
          </p:cxnSp>
          <p:cxnSp>
            <p:nvCxnSpPr>
              <p:cNvPr id="249" name="Google Shape;249;p5"/>
              <p:cNvCxnSpPr>
                <a:stCxn id="242" idx="7"/>
                <a:endCxn id="243" idx="2"/>
              </p:cNvCxnSpPr>
              <p:nvPr/>
            </p:nvCxnSpPr>
            <p:spPr>
              <a:xfrm rot="10800000">
                <a:off x="6050594" y="-2275192"/>
                <a:ext cx="133500" cy="1443900"/>
              </a:xfrm>
              <a:prstGeom prst="straightConnector1">
                <a:avLst/>
              </a:prstGeom>
              <a:noFill/>
              <a:ln w="9525" cap="flat" cmpd="sng">
                <a:solidFill>
                  <a:schemeClr val="dk2"/>
                </a:solidFill>
                <a:prstDash val="solid"/>
                <a:round/>
                <a:headEnd type="none" w="med" len="med"/>
                <a:tailEnd type="none" w="med" len="med"/>
              </a:ln>
            </p:spPr>
          </p:cxnSp>
          <p:cxnSp>
            <p:nvCxnSpPr>
              <p:cNvPr id="250" name="Google Shape;250;p5"/>
              <p:cNvCxnSpPr>
                <a:stCxn id="243" idx="6"/>
                <a:endCxn id="239" idx="1"/>
              </p:cNvCxnSpPr>
              <p:nvPr/>
            </p:nvCxnSpPr>
            <p:spPr>
              <a:xfrm>
                <a:off x="6158446" y="-2348532"/>
                <a:ext cx="1037100" cy="333000"/>
              </a:xfrm>
              <a:prstGeom prst="straightConnector1">
                <a:avLst/>
              </a:prstGeom>
              <a:noFill/>
              <a:ln w="9525" cap="flat" cmpd="sng">
                <a:solidFill>
                  <a:schemeClr val="dk2"/>
                </a:solidFill>
                <a:prstDash val="solid"/>
                <a:round/>
                <a:headEnd type="none" w="med" len="med"/>
                <a:tailEnd type="none" w="med" len="med"/>
              </a:ln>
            </p:spPr>
          </p:cxnSp>
          <p:cxnSp>
            <p:nvCxnSpPr>
              <p:cNvPr id="251" name="Google Shape;251;p5"/>
              <p:cNvCxnSpPr>
                <a:stCxn id="241" idx="7"/>
                <a:endCxn id="239" idx="3"/>
              </p:cNvCxnSpPr>
              <p:nvPr/>
            </p:nvCxnSpPr>
            <p:spPr>
              <a:xfrm rot="10800000" flipH="1">
                <a:off x="7077233" y="-1901356"/>
                <a:ext cx="195300" cy="1101900"/>
              </a:xfrm>
              <a:prstGeom prst="straightConnector1">
                <a:avLst/>
              </a:prstGeom>
              <a:noFill/>
              <a:ln w="9525" cap="flat" cmpd="sng">
                <a:solidFill>
                  <a:schemeClr val="dk2"/>
                </a:solidFill>
                <a:prstDash val="solid"/>
                <a:round/>
                <a:headEnd type="none" w="med" len="med"/>
                <a:tailEnd type="none" w="med" len="med"/>
              </a:ln>
            </p:spPr>
          </p:cxnSp>
          <p:cxnSp>
            <p:nvCxnSpPr>
              <p:cNvPr id="252" name="Google Shape;252;p5"/>
              <p:cNvCxnSpPr>
                <a:stCxn id="238" idx="6"/>
                <a:endCxn id="244" idx="1"/>
              </p:cNvCxnSpPr>
              <p:nvPr/>
            </p:nvCxnSpPr>
            <p:spPr>
              <a:xfrm rot="10800000" flipH="1">
                <a:off x="4805134" y="-52469"/>
                <a:ext cx="1464300" cy="288300"/>
              </a:xfrm>
              <a:prstGeom prst="straightConnector1">
                <a:avLst/>
              </a:prstGeom>
              <a:noFill/>
              <a:ln w="9525" cap="flat" cmpd="sng">
                <a:solidFill>
                  <a:schemeClr val="dk2"/>
                </a:solidFill>
                <a:prstDash val="solid"/>
                <a:round/>
                <a:headEnd type="none" w="med" len="med"/>
                <a:tailEnd type="none" w="med" len="med"/>
              </a:ln>
            </p:spPr>
          </p:cxnSp>
          <p:cxnSp>
            <p:nvCxnSpPr>
              <p:cNvPr id="253" name="Google Shape;253;p5"/>
              <p:cNvCxnSpPr>
                <a:stCxn id="244" idx="6"/>
                <a:endCxn id="241" idx="2"/>
              </p:cNvCxnSpPr>
              <p:nvPr/>
            </p:nvCxnSpPr>
            <p:spPr>
              <a:xfrm rot="10800000" flipH="1">
                <a:off x="6387451" y="-698855"/>
                <a:ext cx="623400" cy="622200"/>
              </a:xfrm>
              <a:prstGeom prst="straightConnector1">
                <a:avLst/>
              </a:prstGeom>
              <a:noFill/>
              <a:ln w="9525" cap="flat" cmpd="sng">
                <a:solidFill>
                  <a:schemeClr val="dk2"/>
                </a:solidFill>
                <a:prstDash val="solid"/>
                <a:round/>
                <a:headEnd type="none" w="med" len="med"/>
                <a:tailEnd type="none" w="med" len="med"/>
              </a:ln>
            </p:spPr>
          </p:cxnSp>
          <p:cxnSp>
            <p:nvCxnSpPr>
              <p:cNvPr id="254" name="Google Shape;254;p5"/>
              <p:cNvCxnSpPr>
                <a:stCxn id="244" idx="5"/>
                <a:endCxn id="240" idx="1"/>
              </p:cNvCxnSpPr>
              <p:nvPr/>
            </p:nvCxnSpPr>
            <p:spPr>
              <a:xfrm rot="10800000" flipH="1">
                <a:off x="6397515" y="-169351"/>
                <a:ext cx="1264200" cy="141600"/>
              </a:xfrm>
              <a:prstGeom prst="straightConnector1">
                <a:avLst/>
              </a:prstGeom>
              <a:noFill/>
              <a:ln w="9525" cap="flat" cmpd="sng">
                <a:solidFill>
                  <a:schemeClr val="dk2"/>
                </a:solidFill>
                <a:prstDash val="solid"/>
                <a:round/>
                <a:headEnd type="none" w="med" len="med"/>
                <a:tailEnd type="none" w="med" len="med"/>
              </a:ln>
            </p:spPr>
          </p:cxnSp>
          <p:cxnSp>
            <p:nvCxnSpPr>
              <p:cNvPr id="255" name="Google Shape;255;p5"/>
              <p:cNvCxnSpPr>
                <a:stCxn id="240" idx="0"/>
                <a:endCxn id="241" idx="5"/>
              </p:cNvCxnSpPr>
              <p:nvPr/>
            </p:nvCxnSpPr>
            <p:spPr>
              <a:xfrm rot="10800000">
                <a:off x="7129021" y="-723230"/>
                <a:ext cx="617400" cy="425700"/>
              </a:xfrm>
              <a:prstGeom prst="straightConnector1">
                <a:avLst/>
              </a:prstGeom>
              <a:noFill/>
              <a:ln w="9525" cap="flat" cmpd="sng">
                <a:solidFill>
                  <a:schemeClr val="dk2"/>
                </a:solidFill>
                <a:prstDash val="solid"/>
                <a:round/>
                <a:headEnd type="none" w="med" len="med"/>
                <a:tailEnd type="none" w="med" len="med"/>
              </a:ln>
            </p:spPr>
          </p:cxnSp>
          <p:cxnSp>
            <p:nvCxnSpPr>
              <p:cNvPr id="256" name="Google Shape;256;p5"/>
              <p:cNvCxnSpPr>
                <a:stCxn id="240" idx="7"/>
                <a:endCxn id="245" idx="3"/>
              </p:cNvCxnSpPr>
              <p:nvPr/>
            </p:nvCxnSpPr>
            <p:spPr>
              <a:xfrm rot="10800000" flipH="1">
                <a:off x="7896910" y="-1244345"/>
                <a:ext cx="242400" cy="916200"/>
              </a:xfrm>
              <a:prstGeom prst="straightConnector1">
                <a:avLst/>
              </a:prstGeom>
              <a:noFill/>
              <a:ln w="9525" cap="flat" cmpd="sng">
                <a:solidFill>
                  <a:schemeClr val="dk2"/>
                </a:solidFill>
                <a:prstDash val="solid"/>
                <a:round/>
                <a:headEnd type="none" w="med" len="med"/>
                <a:tailEnd type="none" w="med" len="med"/>
              </a:ln>
            </p:spPr>
          </p:cxnSp>
          <p:cxnSp>
            <p:nvCxnSpPr>
              <p:cNvPr id="257" name="Google Shape;257;p5"/>
              <p:cNvCxnSpPr>
                <a:stCxn id="241" idx="6"/>
                <a:endCxn id="245" idx="2"/>
              </p:cNvCxnSpPr>
              <p:nvPr/>
            </p:nvCxnSpPr>
            <p:spPr>
              <a:xfrm rot="10800000" flipH="1">
                <a:off x="7118930" y="-1264592"/>
                <a:ext cx="989700" cy="492600"/>
              </a:xfrm>
              <a:prstGeom prst="straightConnector1">
                <a:avLst/>
              </a:prstGeom>
              <a:noFill/>
              <a:ln w="9525" cap="flat" cmpd="sng">
                <a:solidFill>
                  <a:schemeClr val="dk2"/>
                </a:solidFill>
                <a:prstDash val="solid"/>
                <a:round/>
                <a:headEnd type="none" w="med" len="med"/>
                <a:tailEnd type="none" w="med" len="med"/>
              </a:ln>
            </p:spPr>
          </p:cxnSp>
          <p:cxnSp>
            <p:nvCxnSpPr>
              <p:cNvPr id="258" name="Google Shape;258;p5"/>
              <p:cNvCxnSpPr>
                <a:stCxn id="245" idx="0"/>
                <a:endCxn id="239" idx="5"/>
              </p:cNvCxnSpPr>
              <p:nvPr/>
            </p:nvCxnSpPr>
            <p:spPr>
              <a:xfrm rot="10800000">
                <a:off x="7386853" y="-1978577"/>
                <a:ext cx="734700" cy="647100"/>
              </a:xfrm>
              <a:prstGeom prst="straightConnector1">
                <a:avLst/>
              </a:prstGeom>
              <a:noFill/>
              <a:ln w="9525" cap="flat" cmpd="sng">
                <a:solidFill>
                  <a:schemeClr val="dk2"/>
                </a:solidFill>
                <a:prstDash val="solid"/>
                <a:round/>
                <a:headEnd type="none" w="med" len="med"/>
                <a:tailEnd type="none" w="med" len="med"/>
              </a:ln>
            </p:spPr>
          </p:cxnSp>
          <p:cxnSp>
            <p:nvCxnSpPr>
              <p:cNvPr id="259" name="Google Shape;259;p5"/>
              <p:cNvCxnSpPr>
                <a:stCxn id="243" idx="5"/>
                <a:endCxn id="245" idx="1"/>
              </p:cNvCxnSpPr>
              <p:nvPr/>
            </p:nvCxnSpPr>
            <p:spPr>
              <a:xfrm>
                <a:off x="6168510" y="-2299629"/>
                <a:ext cx="1932600" cy="999000"/>
              </a:xfrm>
              <a:prstGeom prst="straightConnector1">
                <a:avLst/>
              </a:prstGeom>
              <a:noFill/>
              <a:ln w="9525" cap="flat" cmpd="sng">
                <a:solidFill>
                  <a:schemeClr val="dk2"/>
                </a:solidFill>
                <a:prstDash val="solid"/>
                <a:round/>
                <a:headEnd type="none" w="med" len="med"/>
                <a:tailEnd type="none" w="med" len="med"/>
              </a:ln>
            </p:spPr>
          </p:cxnSp>
          <p:cxnSp>
            <p:nvCxnSpPr>
              <p:cNvPr id="260" name="Google Shape;260;p5"/>
              <p:cNvCxnSpPr>
                <a:stCxn id="242" idx="6"/>
                <a:endCxn id="245" idx="1"/>
              </p:cNvCxnSpPr>
              <p:nvPr/>
            </p:nvCxnSpPr>
            <p:spPr>
              <a:xfrm rot="10800000" flipH="1">
                <a:off x="6214873" y="-1300586"/>
                <a:ext cx="1886400" cy="489600"/>
              </a:xfrm>
              <a:prstGeom prst="straightConnector1">
                <a:avLst/>
              </a:prstGeom>
              <a:noFill/>
              <a:ln w="9525" cap="flat" cmpd="sng">
                <a:solidFill>
                  <a:schemeClr val="dk2"/>
                </a:solidFill>
                <a:prstDash val="solid"/>
                <a:round/>
                <a:headEnd type="none" w="med" len="med"/>
                <a:tailEnd type="none" w="med" len="med"/>
              </a:ln>
            </p:spPr>
          </p:cxnSp>
          <p:cxnSp>
            <p:nvCxnSpPr>
              <p:cNvPr id="261" name="Google Shape;261;p5"/>
              <p:cNvCxnSpPr>
                <a:stCxn id="242" idx="4"/>
                <a:endCxn id="240" idx="1"/>
              </p:cNvCxnSpPr>
              <p:nvPr/>
            </p:nvCxnSpPr>
            <p:spPr>
              <a:xfrm>
                <a:off x="6201973" y="-744086"/>
                <a:ext cx="1459800" cy="574500"/>
              </a:xfrm>
              <a:prstGeom prst="straightConnector1">
                <a:avLst/>
              </a:prstGeom>
              <a:noFill/>
              <a:ln w="9525" cap="flat" cmpd="sng">
                <a:solidFill>
                  <a:schemeClr val="dk2"/>
                </a:solidFill>
                <a:prstDash val="solid"/>
                <a:round/>
                <a:headEnd type="none" w="med" len="med"/>
                <a:tailEnd type="none" w="med" len="med"/>
              </a:ln>
            </p:spPr>
          </p:cxnSp>
          <p:cxnSp>
            <p:nvCxnSpPr>
              <p:cNvPr id="262" name="Google Shape;262;p5"/>
              <p:cNvCxnSpPr>
                <a:stCxn id="239" idx="4"/>
                <a:endCxn id="240" idx="7"/>
              </p:cNvCxnSpPr>
              <p:nvPr/>
            </p:nvCxnSpPr>
            <p:spPr>
              <a:xfrm>
                <a:off x="7345607" y="-1916318"/>
                <a:ext cx="551400" cy="1588200"/>
              </a:xfrm>
              <a:prstGeom prst="straightConnector1">
                <a:avLst/>
              </a:prstGeom>
              <a:noFill/>
              <a:ln w="9525" cap="flat" cmpd="sng">
                <a:solidFill>
                  <a:schemeClr val="dk2"/>
                </a:solidFill>
                <a:prstDash val="solid"/>
                <a:round/>
                <a:headEnd type="none" w="med" len="med"/>
                <a:tailEnd type="none" w="med" len="med"/>
              </a:ln>
            </p:spPr>
          </p:cxnSp>
          <p:sp>
            <p:nvSpPr>
              <p:cNvPr id="263" name="Google Shape;263;p5"/>
              <p:cNvSpPr/>
              <p:nvPr/>
            </p:nvSpPr>
            <p:spPr>
              <a:xfrm rot="-2047713">
                <a:off x="8788629" y="-43062"/>
                <a:ext cx="130469" cy="130469"/>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264" name="Google Shape;264;p5"/>
              <p:cNvCxnSpPr>
                <a:stCxn id="245" idx="4"/>
                <a:endCxn id="263" idx="7"/>
              </p:cNvCxnSpPr>
              <p:nvPr/>
            </p:nvCxnSpPr>
            <p:spPr>
              <a:xfrm>
                <a:off x="8175553" y="-1251677"/>
                <a:ext cx="690600" cy="1209900"/>
              </a:xfrm>
              <a:prstGeom prst="straightConnector1">
                <a:avLst/>
              </a:prstGeom>
              <a:noFill/>
              <a:ln w="9525" cap="flat" cmpd="sng">
                <a:solidFill>
                  <a:schemeClr val="dk2"/>
                </a:solidFill>
                <a:prstDash val="solid"/>
                <a:round/>
                <a:headEnd type="none" w="med" len="med"/>
                <a:tailEnd type="none" w="med" len="med"/>
              </a:ln>
            </p:spPr>
          </p:cxnSp>
          <p:cxnSp>
            <p:nvCxnSpPr>
              <p:cNvPr id="265" name="Google Shape;265;p5"/>
              <p:cNvCxnSpPr>
                <a:stCxn id="263" idx="1"/>
                <a:endCxn id="240" idx="5"/>
              </p:cNvCxnSpPr>
              <p:nvPr/>
            </p:nvCxnSpPr>
            <p:spPr>
              <a:xfrm rot="10800000">
                <a:off x="8055700" y="-93031"/>
                <a:ext cx="734100" cy="102900"/>
              </a:xfrm>
              <a:prstGeom prst="straightConnector1">
                <a:avLst/>
              </a:prstGeom>
              <a:noFill/>
              <a:ln w="9525" cap="flat" cmpd="sng">
                <a:solidFill>
                  <a:schemeClr val="dk2"/>
                </a:solidFill>
                <a:prstDash val="solid"/>
                <a:round/>
                <a:headEnd type="none" w="med" len="med"/>
                <a:tailEnd type="none" w="med" len="med"/>
              </a:ln>
            </p:spPr>
          </p:cxnSp>
          <p:cxnSp>
            <p:nvCxnSpPr>
              <p:cNvPr id="266" name="Google Shape;266;p5"/>
              <p:cNvCxnSpPr>
                <a:stCxn id="263" idx="0"/>
                <a:endCxn id="239" idx="4"/>
              </p:cNvCxnSpPr>
              <p:nvPr/>
            </p:nvCxnSpPr>
            <p:spPr>
              <a:xfrm rot="10800000">
                <a:off x="7345463" y="-1916427"/>
                <a:ext cx="1471800" cy="1884600"/>
              </a:xfrm>
              <a:prstGeom prst="straightConnector1">
                <a:avLst/>
              </a:prstGeom>
              <a:noFill/>
              <a:ln w="9525" cap="flat" cmpd="sng">
                <a:solidFill>
                  <a:schemeClr val="dk2"/>
                </a:solidFill>
                <a:prstDash val="solid"/>
                <a:round/>
                <a:headEnd type="none" w="med" len="med"/>
                <a:tailEnd type="none" w="med" len="med"/>
              </a:ln>
            </p:spPr>
          </p:cxnSp>
          <p:cxnSp>
            <p:nvCxnSpPr>
              <p:cNvPr id="267" name="Google Shape;267;p5"/>
              <p:cNvCxnSpPr>
                <a:stCxn id="263" idx="1"/>
                <a:endCxn id="241" idx="5"/>
              </p:cNvCxnSpPr>
              <p:nvPr/>
            </p:nvCxnSpPr>
            <p:spPr>
              <a:xfrm rot="10800000">
                <a:off x="7129000" y="-723031"/>
                <a:ext cx="1660800" cy="732900"/>
              </a:xfrm>
              <a:prstGeom prst="straightConnector1">
                <a:avLst/>
              </a:prstGeom>
              <a:noFill/>
              <a:ln w="9525" cap="flat" cmpd="sng">
                <a:solidFill>
                  <a:schemeClr val="dk2"/>
                </a:solidFill>
                <a:prstDash val="solid"/>
                <a:round/>
                <a:headEnd type="none" w="med" len="med"/>
                <a:tailEnd type="none" w="med" len="med"/>
              </a:ln>
            </p:spPr>
          </p:cxnSp>
          <p:sp>
            <p:nvSpPr>
              <p:cNvPr id="268" name="Google Shape;268;p5"/>
              <p:cNvSpPr/>
              <p:nvPr/>
            </p:nvSpPr>
            <p:spPr>
              <a:xfrm rot="-2040502">
                <a:off x="7684687" y="255003"/>
                <a:ext cx="194703" cy="194703"/>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269" name="Google Shape;269;p5"/>
              <p:cNvCxnSpPr>
                <a:stCxn id="263" idx="2"/>
                <a:endCxn id="268" idx="5"/>
              </p:cNvCxnSpPr>
              <p:nvPr/>
            </p:nvCxnSpPr>
            <p:spPr>
              <a:xfrm flipH="1">
                <a:off x="7877663" y="58773"/>
                <a:ext cx="922200" cy="312000"/>
              </a:xfrm>
              <a:prstGeom prst="straightConnector1">
                <a:avLst/>
              </a:prstGeom>
              <a:noFill/>
              <a:ln w="9525" cap="flat" cmpd="sng">
                <a:solidFill>
                  <a:schemeClr val="dk2"/>
                </a:solidFill>
                <a:prstDash val="solid"/>
                <a:round/>
                <a:headEnd type="none" w="med" len="med"/>
                <a:tailEnd type="none" w="med" len="med"/>
              </a:ln>
            </p:spPr>
          </p:cxnSp>
          <p:cxnSp>
            <p:nvCxnSpPr>
              <p:cNvPr id="270" name="Google Shape;270;p5"/>
              <p:cNvCxnSpPr>
                <a:stCxn id="268" idx="1"/>
                <a:endCxn id="244" idx="5"/>
              </p:cNvCxnSpPr>
              <p:nvPr/>
            </p:nvCxnSpPr>
            <p:spPr>
              <a:xfrm rot="10800000">
                <a:off x="6397373" y="-27707"/>
                <a:ext cx="1289100" cy="361500"/>
              </a:xfrm>
              <a:prstGeom prst="straightConnector1">
                <a:avLst/>
              </a:prstGeom>
              <a:noFill/>
              <a:ln w="9525" cap="flat" cmpd="sng">
                <a:solidFill>
                  <a:schemeClr val="dk2"/>
                </a:solidFill>
                <a:prstDash val="solid"/>
                <a:round/>
                <a:headEnd type="none" w="med" len="med"/>
                <a:tailEnd type="none" w="med" len="med"/>
              </a:ln>
            </p:spPr>
          </p:cxnSp>
          <p:cxnSp>
            <p:nvCxnSpPr>
              <p:cNvPr id="271" name="Google Shape;271;p5"/>
              <p:cNvCxnSpPr>
                <a:stCxn id="268" idx="7"/>
                <a:endCxn id="240" idx="3"/>
              </p:cNvCxnSpPr>
              <p:nvPr/>
            </p:nvCxnSpPr>
            <p:spPr>
              <a:xfrm rot="10800000" flipH="1">
                <a:off x="7800600" y="65689"/>
                <a:ext cx="19800" cy="191100"/>
              </a:xfrm>
              <a:prstGeom prst="straightConnector1">
                <a:avLst/>
              </a:prstGeom>
              <a:noFill/>
              <a:ln w="9525" cap="flat" cmpd="sng">
                <a:solidFill>
                  <a:schemeClr val="dk2"/>
                </a:solidFill>
                <a:prstDash val="solid"/>
                <a:round/>
                <a:headEnd type="none" w="med" len="med"/>
                <a:tailEnd type="none" w="med" len="med"/>
              </a:ln>
            </p:spPr>
          </p:cxnSp>
        </p:grpSp>
        <p:grpSp>
          <p:nvGrpSpPr>
            <p:cNvPr id="272" name="Google Shape;272;p5"/>
            <p:cNvGrpSpPr/>
            <p:nvPr/>
          </p:nvGrpSpPr>
          <p:grpSpPr>
            <a:xfrm rot="10800000" flipH="1">
              <a:off x="-497962" y="2260383"/>
              <a:ext cx="3063625" cy="3321711"/>
              <a:chOff x="-460575" y="-671217"/>
              <a:chExt cx="3063625" cy="3321711"/>
            </a:xfrm>
          </p:grpSpPr>
          <p:cxnSp>
            <p:nvCxnSpPr>
              <p:cNvPr id="273" name="Google Shape;273;p5"/>
              <p:cNvCxnSpPr>
                <a:stCxn id="274" idx="6"/>
                <a:endCxn id="275" idx="2"/>
              </p:cNvCxnSpPr>
              <p:nvPr/>
            </p:nvCxnSpPr>
            <p:spPr>
              <a:xfrm rot="10800000" flipH="1">
                <a:off x="421801" y="-63292"/>
                <a:ext cx="2023800" cy="476400"/>
              </a:xfrm>
              <a:prstGeom prst="straightConnector1">
                <a:avLst/>
              </a:prstGeom>
              <a:noFill/>
              <a:ln w="9525" cap="flat" cmpd="sng">
                <a:solidFill>
                  <a:schemeClr val="dk2"/>
                </a:solidFill>
                <a:prstDash val="solid"/>
                <a:round/>
                <a:headEnd type="none" w="med" len="med"/>
                <a:tailEnd type="none" w="med" len="med"/>
              </a:ln>
            </p:spPr>
          </p:cxnSp>
          <p:sp>
            <p:nvSpPr>
              <p:cNvPr id="275" name="Google Shape;275;p5"/>
              <p:cNvSpPr/>
              <p:nvPr/>
            </p:nvSpPr>
            <p:spPr>
              <a:xfrm>
                <a:off x="2445550" y="-142081"/>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76" name="Google Shape;276;p5"/>
              <p:cNvSpPr/>
              <p:nvPr/>
            </p:nvSpPr>
            <p:spPr>
              <a:xfrm>
                <a:off x="61646" y="-671217"/>
                <a:ext cx="157500" cy="157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77" name="Google Shape;277;p5"/>
              <p:cNvSpPr/>
              <p:nvPr/>
            </p:nvSpPr>
            <p:spPr>
              <a:xfrm>
                <a:off x="90425" y="2492994"/>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78" name="Google Shape;278;p5"/>
              <p:cNvSpPr/>
              <p:nvPr/>
            </p:nvSpPr>
            <p:spPr>
              <a:xfrm>
                <a:off x="125826" y="886737"/>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79" name="Google Shape;279;p5"/>
              <p:cNvSpPr/>
              <p:nvPr/>
            </p:nvSpPr>
            <p:spPr>
              <a:xfrm>
                <a:off x="382937" y="1317277"/>
                <a:ext cx="156900" cy="157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280" name="Google Shape;280;p5"/>
              <p:cNvCxnSpPr>
                <a:stCxn id="279" idx="4"/>
                <a:endCxn id="277" idx="0"/>
              </p:cNvCxnSpPr>
              <p:nvPr/>
            </p:nvCxnSpPr>
            <p:spPr>
              <a:xfrm flipH="1">
                <a:off x="169187" y="1474777"/>
                <a:ext cx="292200" cy="1018200"/>
              </a:xfrm>
              <a:prstGeom prst="straightConnector1">
                <a:avLst/>
              </a:prstGeom>
              <a:noFill/>
              <a:ln w="9525" cap="flat" cmpd="sng">
                <a:solidFill>
                  <a:schemeClr val="dk2"/>
                </a:solidFill>
                <a:prstDash val="solid"/>
                <a:round/>
                <a:headEnd type="none" w="med" len="med"/>
                <a:tailEnd type="none" w="med" len="med"/>
              </a:ln>
            </p:spPr>
          </p:cxnSp>
          <p:cxnSp>
            <p:nvCxnSpPr>
              <p:cNvPr id="281" name="Google Shape;281;p5"/>
              <p:cNvCxnSpPr>
                <a:stCxn id="278" idx="4"/>
                <a:endCxn id="277" idx="0"/>
              </p:cNvCxnSpPr>
              <p:nvPr/>
            </p:nvCxnSpPr>
            <p:spPr>
              <a:xfrm>
                <a:off x="169176" y="973437"/>
                <a:ext cx="0" cy="1519500"/>
              </a:xfrm>
              <a:prstGeom prst="straightConnector1">
                <a:avLst/>
              </a:prstGeom>
              <a:noFill/>
              <a:ln w="9525" cap="flat" cmpd="sng">
                <a:solidFill>
                  <a:schemeClr val="dk2"/>
                </a:solidFill>
                <a:prstDash val="solid"/>
                <a:round/>
                <a:headEnd type="none" w="med" len="med"/>
                <a:tailEnd type="none" w="med" len="med"/>
              </a:ln>
            </p:spPr>
          </p:cxnSp>
          <p:cxnSp>
            <p:nvCxnSpPr>
              <p:cNvPr id="282" name="Google Shape;282;p5"/>
              <p:cNvCxnSpPr>
                <a:stCxn id="278" idx="5"/>
                <a:endCxn id="279" idx="1"/>
              </p:cNvCxnSpPr>
              <p:nvPr/>
            </p:nvCxnSpPr>
            <p:spPr>
              <a:xfrm>
                <a:off x="199829" y="960741"/>
                <a:ext cx="206100" cy="379500"/>
              </a:xfrm>
              <a:prstGeom prst="straightConnector1">
                <a:avLst/>
              </a:prstGeom>
              <a:noFill/>
              <a:ln w="9525" cap="flat" cmpd="sng">
                <a:solidFill>
                  <a:schemeClr val="dk2"/>
                </a:solidFill>
                <a:prstDash val="solid"/>
                <a:round/>
                <a:headEnd type="none" w="med" len="med"/>
                <a:tailEnd type="none" w="med" len="med"/>
              </a:ln>
            </p:spPr>
          </p:cxnSp>
          <p:cxnSp>
            <p:nvCxnSpPr>
              <p:cNvPr id="283" name="Google Shape;283;p5"/>
              <p:cNvCxnSpPr>
                <a:stCxn id="278" idx="0"/>
                <a:endCxn id="276" idx="4"/>
              </p:cNvCxnSpPr>
              <p:nvPr/>
            </p:nvCxnSpPr>
            <p:spPr>
              <a:xfrm rot="10800000">
                <a:off x="140376" y="-513663"/>
                <a:ext cx="28800" cy="1400400"/>
              </a:xfrm>
              <a:prstGeom prst="straightConnector1">
                <a:avLst/>
              </a:prstGeom>
              <a:noFill/>
              <a:ln w="9525" cap="flat" cmpd="sng">
                <a:solidFill>
                  <a:schemeClr val="dk2"/>
                </a:solidFill>
                <a:prstDash val="solid"/>
                <a:round/>
                <a:headEnd type="none" w="med" len="med"/>
                <a:tailEnd type="none" w="med" len="med"/>
              </a:ln>
            </p:spPr>
          </p:cxnSp>
          <p:cxnSp>
            <p:nvCxnSpPr>
              <p:cNvPr id="284" name="Google Shape;284;p5"/>
              <p:cNvCxnSpPr>
                <a:stCxn id="278" idx="7"/>
                <a:endCxn id="274" idx="3"/>
              </p:cNvCxnSpPr>
              <p:nvPr/>
            </p:nvCxnSpPr>
            <p:spPr>
              <a:xfrm rot="10800000" flipH="1">
                <a:off x="199829" y="443734"/>
                <a:ext cx="147900" cy="455700"/>
              </a:xfrm>
              <a:prstGeom prst="straightConnector1">
                <a:avLst/>
              </a:prstGeom>
              <a:noFill/>
              <a:ln w="9525" cap="flat" cmpd="sng">
                <a:solidFill>
                  <a:schemeClr val="dk2"/>
                </a:solidFill>
                <a:prstDash val="solid"/>
                <a:round/>
                <a:headEnd type="none" w="med" len="med"/>
                <a:tailEnd type="none" w="med" len="med"/>
              </a:ln>
            </p:spPr>
          </p:cxnSp>
          <p:cxnSp>
            <p:nvCxnSpPr>
              <p:cNvPr id="285" name="Google Shape;285;p5"/>
              <p:cNvCxnSpPr>
                <a:stCxn id="276" idx="5"/>
                <a:endCxn id="274" idx="0"/>
              </p:cNvCxnSpPr>
              <p:nvPr/>
            </p:nvCxnSpPr>
            <p:spPr>
              <a:xfrm>
                <a:off x="196080" y="-536782"/>
                <a:ext cx="182400" cy="906600"/>
              </a:xfrm>
              <a:prstGeom prst="straightConnector1">
                <a:avLst/>
              </a:prstGeom>
              <a:noFill/>
              <a:ln w="9525" cap="flat" cmpd="sng">
                <a:solidFill>
                  <a:schemeClr val="dk2"/>
                </a:solidFill>
                <a:prstDash val="solid"/>
                <a:round/>
                <a:headEnd type="none" w="med" len="med"/>
                <a:tailEnd type="none" w="med" len="med"/>
              </a:ln>
            </p:spPr>
          </p:cxnSp>
          <p:cxnSp>
            <p:nvCxnSpPr>
              <p:cNvPr id="286" name="Google Shape;286;p5"/>
              <p:cNvCxnSpPr>
                <a:stCxn id="276" idx="6"/>
                <a:endCxn id="275" idx="2"/>
              </p:cNvCxnSpPr>
              <p:nvPr/>
            </p:nvCxnSpPr>
            <p:spPr>
              <a:xfrm>
                <a:off x="219146" y="-592467"/>
                <a:ext cx="2226300" cy="529200"/>
              </a:xfrm>
              <a:prstGeom prst="straightConnector1">
                <a:avLst/>
              </a:prstGeom>
              <a:noFill/>
              <a:ln w="9525" cap="flat" cmpd="sng">
                <a:solidFill>
                  <a:schemeClr val="dk2"/>
                </a:solidFill>
                <a:prstDash val="solid"/>
                <a:round/>
                <a:headEnd type="none" w="med" len="med"/>
                <a:tailEnd type="none" w="med" len="med"/>
              </a:ln>
            </p:spPr>
          </p:cxnSp>
          <p:cxnSp>
            <p:nvCxnSpPr>
              <p:cNvPr id="287" name="Google Shape;287;p5"/>
              <p:cNvCxnSpPr>
                <a:stCxn id="288" idx="1"/>
                <a:endCxn id="276" idx="5"/>
              </p:cNvCxnSpPr>
              <p:nvPr/>
            </p:nvCxnSpPr>
            <p:spPr>
              <a:xfrm rot="10800000">
                <a:off x="195958" y="-536780"/>
                <a:ext cx="600600" cy="723900"/>
              </a:xfrm>
              <a:prstGeom prst="straightConnector1">
                <a:avLst/>
              </a:prstGeom>
              <a:noFill/>
              <a:ln w="9525" cap="flat" cmpd="sng">
                <a:solidFill>
                  <a:schemeClr val="dk2"/>
                </a:solidFill>
                <a:prstDash val="solid"/>
                <a:round/>
                <a:headEnd type="none" w="med" len="med"/>
                <a:tailEnd type="none" w="med" len="med"/>
              </a:ln>
            </p:spPr>
          </p:cxnSp>
          <p:cxnSp>
            <p:nvCxnSpPr>
              <p:cNvPr id="289" name="Google Shape;289;p5"/>
              <p:cNvCxnSpPr>
                <a:stCxn id="279" idx="0"/>
                <a:endCxn id="274" idx="4"/>
              </p:cNvCxnSpPr>
              <p:nvPr/>
            </p:nvCxnSpPr>
            <p:spPr>
              <a:xfrm rot="10800000">
                <a:off x="378587" y="456577"/>
                <a:ext cx="82800" cy="860700"/>
              </a:xfrm>
              <a:prstGeom prst="straightConnector1">
                <a:avLst/>
              </a:prstGeom>
              <a:noFill/>
              <a:ln w="9525" cap="flat" cmpd="sng">
                <a:solidFill>
                  <a:schemeClr val="dk2"/>
                </a:solidFill>
                <a:prstDash val="solid"/>
                <a:round/>
                <a:headEnd type="none" w="med" len="med"/>
                <a:tailEnd type="none" w="med" len="med"/>
              </a:ln>
            </p:spPr>
          </p:cxnSp>
          <p:cxnSp>
            <p:nvCxnSpPr>
              <p:cNvPr id="290" name="Google Shape;290;p5"/>
              <p:cNvCxnSpPr>
                <a:stCxn id="279" idx="0"/>
                <a:endCxn id="288" idx="3"/>
              </p:cNvCxnSpPr>
              <p:nvPr/>
            </p:nvCxnSpPr>
            <p:spPr>
              <a:xfrm rot="10800000" flipH="1">
                <a:off x="461387" y="268177"/>
                <a:ext cx="335100" cy="1049100"/>
              </a:xfrm>
              <a:prstGeom prst="straightConnector1">
                <a:avLst/>
              </a:prstGeom>
              <a:noFill/>
              <a:ln w="9525" cap="flat" cmpd="sng">
                <a:solidFill>
                  <a:schemeClr val="dk2"/>
                </a:solidFill>
                <a:prstDash val="solid"/>
                <a:round/>
                <a:headEnd type="none" w="med" len="med"/>
                <a:tailEnd type="none" w="med" len="med"/>
              </a:ln>
            </p:spPr>
          </p:cxnSp>
          <p:sp>
            <p:nvSpPr>
              <p:cNvPr id="291" name="Google Shape;291;p5"/>
              <p:cNvSpPr/>
              <p:nvPr/>
            </p:nvSpPr>
            <p:spPr>
              <a:xfrm>
                <a:off x="987225" y="-92131"/>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292" name="Google Shape;292;p5"/>
              <p:cNvCxnSpPr>
                <a:stCxn id="276" idx="5"/>
                <a:endCxn id="291" idx="1"/>
              </p:cNvCxnSpPr>
              <p:nvPr/>
            </p:nvCxnSpPr>
            <p:spPr>
              <a:xfrm>
                <a:off x="196080" y="-536782"/>
                <a:ext cx="814200" cy="467700"/>
              </a:xfrm>
              <a:prstGeom prst="straightConnector1">
                <a:avLst/>
              </a:prstGeom>
              <a:noFill/>
              <a:ln w="9525" cap="flat" cmpd="sng">
                <a:solidFill>
                  <a:schemeClr val="dk2"/>
                </a:solidFill>
                <a:prstDash val="solid"/>
                <a:round/>
                <a:headEnd type="none" w="med" len="med"/>
                <a:tailEnd type="none" w="med" len="med"/>
              </a:ln>
            </p:spPr>
          </p:cxnSp>
          <p:cxnSp>
            <p:nvCxnSpPr>
              <p:cNvPr id="293" name="Google Shape;293;p5"/>
              <p:cNvCxnSpPr>
                <a:stCxn id="288" idx="7"/>
                <a:endCxn id="291" idx="3"/>
              </p:cNvCxnSpPr>
              <p:nvPr/>
            </p:nvCxnSpPr>
            <p:spPr>
              <a:xfrm rot="10800000" flipH="1">
                <a:off x="877592" y="42220"/>
                <a:ext cx="132600" cy="144900"/>
              </a:xfrm>
              <a:prstGeom prst="straightConnector1">
                <a:avLst/>
              </a:prstGeom>
              <a:noFill/>
              <a:ln w="9525" cap="flat" cmpd="sng">
                <a:solidFill>
                  <a:schemeClr val="dk2"/>
                </a:solidFill>
                <a:prstDash val="solid"/>
                <a:round/>
                <a:headEnd type="none" w="med" len="med"/>
                <a:tailEnd type="none" w="med" len="med"/>
              </a:ln>
            </p:spPr>
          </p:cxnSp>
          <p:cxnSp>
            <p:nvCxnSpPr>
              <p:cNvPr id="294" name="Google Shape;294;p5"/>
              <p:cNvCxnSpPr>
                <a:stCxn id="291" idx="6"/>
                <a:endCxn id="275" idx="2"/>
              </p:cNvCxnSpPr>
              <p:nvPr/>
            </p:nvCxnSpPr>
            <p:spPr>
              <a:xfrm rot="10800000" flipH="1">
                <a:off x="1144725" y="-63481"/>
                <a:ext cx="1300800" cy="50100"/>
              </a:xfrm>
              <a:prstGeom prst="straightConnector1">
                <a:avLst/>
              </a:prstGeom>
              <a:noFill/>
              <a:ln w="9525" cap="flat" cmpd="sng">
                <a:solidFill>
                  <a:schemeClr val="dk2"/>
                </a:solidFill>
                <a:prstDash val="solid"/>
                <a:round/>
                <a:headEnd type="none" w="med" len="med"/>
                <a:tailEnd type="none" w="med" len="med"/>
              </a:ln>
            </p:spPr>
          </p:cxnSp>
          <p:sp>
            <p:nvSpPr>
              <p:cNvPr id="295" name="Google Shape;295;p5"/>
              <p:cNvSpPr/>
              <p:nvPr/>
            </p:nvSpPr>
            <p:spPr>
              <a:xfrm>
                <a:off x="-460575" y="540519"/>
                <a:ext cx="157500" cy="157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296" name="Google Shape;296;p5"/>
              <p:cNvCxnSpPr>
                <a:stCxn id="295" idx="0"/>
                <a:endCxn id="276" idx="3"/>
              </p:cNvCxnSpPr>
              <p:nvPr/>
            </p:nvCxnSpPr>
            <p:spPr>
              <a:xfrm rot="10800000" flipH="1">
                <a:off x="-381825" y="-536781"/>
                <a:ext cx="466500" cy="1077300"/>
              </a:xfrm>
              <a:prstGeom prst="straightConnector1">
                <a:avLst/>
              </a:prstGeom>
              <a:noFill/>
              <a:ln w="9525" cap="flat" cmpd="sng">
                <a:solidFill>
                  <a:schemeClr val="dk2"/>
                </a:solidFill>
                <a:prstDash val="solid"/>
                <a:round/>
                <a:headEnd type="none" w="med" len="med"/>
                <a:tailEnd type="none" w="med" len="med"/>
              </a:ln>
            </p:spPr>
          </p:cxnSp>
          <p:cxnSp>
            <p:nvCxnSpPr>
              <p:cNvPr id="297" name="Google Shape;297;p5"/>
              <p:cNvCxnSpPr>
                <a:stCxn id="295" idx="6"/>
                <a:endCxn id="274" idx="3"/>
              </p:cNvCxnSpPr>
              <p:nvPr/>
            </p:nvCxnSpPr>
            <p:spPr>
              <a:xfrm rot="10800000" flipH="1">
                <a:off x="-303075" y="443769"/>
                <a:ext cx="651000" cy="175500"/>
              </a:xfrm>
              <a:prstGeom prst="straightConnector1">
                <a:avLst/>
              </a:prstGeom>
              <a:noFill/>
              <a:ln w="9525" cap="flat" cmpd="sng">
                <a:solidFill>
                  <a:schemeClr val="dk2"/>
                </a:solidFill>
                <a:prstDash val="solid"/>
                <a:round/>
                <a:headEnd type="none" w="med" len="med"/>
                <a:tailEnd type="none" w="med" len="med"/>
              </a:ln>
            </p:spPr>
          </p:cxnSp>
          <p:cxnSp>
            <p:nvCxnSpPr>
              <p:cNvPr id="298" name="Google Shape;298;p5"/>
              <p:cNvCxnSpPr>
                <a:stCxn id="295" idx="5"/>
                <a:endCxn id="278" idx="1"/>
              </p:cNvCxnSpPr>
              <p:nvPr/>
            </p:nvCxnSpPr>
            <p:spPr>
              <a:xfrm>
                <a:off x="-326140" y="674953"/>
                <a:ext cx="464700" cy="224400"/>
              </a:xfrm>
              <a:prstGeom prst="straightConnector1">
                <a:avLst/>
              </a:prstGeom>
              <a:noFill/>
              <a:ln w="9525" cap="flat" cmpd="sng">
                <a:solidFill>
                  <a:schemeClr val="dk2"/>
                </a:solidFill>
                <a:prstDash val="solid"/>
                <a:round/>
                <a:headEnd type="none" w="med" len="med"/>
                <a:tailEnd type="none" w="med" len="med"/>
              </a:ln>
            </p:spPr>
          </p:cxnSp>
          <p:cxnSp>
            <p:nvCxnSpPr>
              <p:cNvPr id="299" name="Google Shape;299;p5"/>
              <p:cNvCxnSpPr>
                <a:stCxn id="295" idx="5"/>
                <a:endCxn id="277" idx="1"/>
              </p:cNvCxnSpPr>
              <p:nvPr/>
            </p:nvCxnSpPr>
            <p:spPr>
              <a:xfrm>
                <a:off x="-326140" y="674953"/>
                <a:ext cx="439500" cy="1841100"/>
              </a:xfrm>
              <a:prstGeom prst="straightConnector1">
                <a:avLst/>
              </a:prstGeom>
              <a:noFill/>
              <a:ln w="9525" cap="flat" cmpd="sng">
                <a:solidFill>
                  <a:schemeClr val="dk2"/>
                </a:solidFill>
                <a:prstDash val="solid"/>
                <a:round/>
                <a:headEnd type="none" w="med" len="med"/>
                <a:tailEnd type="none" w="med" len="med"/>
              </a:ln>
            </p:spPr>
          </p:cxnSp>
          <p:sp>
            <p:nvSpPr>
              <p:cNvPr id="288" name="Google Shape;288;p5"/>
              <p:cNvSpPr/>
              <p:nvPr/>
            </p:nvSpPr>
            <p:spPr>
              <a:xfrm>
                <a:off x="779775" y="170338"/>
                <a:ext cx="114600" cy="11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74" name="Google Shape;274;p5"/>
              <p:cNvSpPr/>
              <p:nvPr/>
            </p:nvSpPr>
            <p:spPr>
              <a:xfrm>
                <a:off x="335101" y="369758"/>
                <a:ext cx="86700" cy="86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grpSp>
        <p:nvGrpSpPr>
          <p:cNvPr id="300" name="Google Shape;300;p5"/>
          <p:cNvGrpSpPr/>
          <p:nvPr/>
        </p:nvGrpSpPr>
        <p:grpSpPr>
          <a:xfrm>
            <a:off x="3132451" y="3639438"/>
            <a:ext cx="5812012" cy="1415987"/>
            <a:chOff x="3132451" y="3639438"/>
            <a:chExt cx="5812012" cy="1415987"/>
          </a:xfrm>
        </p:grpSpPr>
        <p:grpSp>
          <p:nvGrpSpPr>
            <p:cNvPr id="301" name="Google Shape;301;p5"/>
            <p:cNvGrpSpPr/>
            <p:nvPr/>
          </p:nvGrpSpPr>
          <p:grpSpPr>
            <a:xfrm rot="10800000" flipH="1">
              <a:off x="8538188" y="3639438"/>
              <a:ext cx="406275" cy="563575"/>
              <a:chOff x="140150" y="4340075"/>
              <a:chExt cx="406275" cy="563575"/>
            </a:xfrm>
          </p:grpSpPr>
          <p:sp>
            <p:nvSpPr>
              <p:cNvPr id="302" name="Google Shape;302;p5"/>
              <p:cNvSpPr/>
              <p:nvPr/>
            </p:nvSpPr>
            <p:spPr>
              <a:xfrm rot="10800000">
                <a:off x="140150" y="434007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03" name="Google Shape;303;p5"/>
              <p:cNvSpPr/>
              <p:nvPr/>
            </p:nvSpPr>
            <p:spPr>
              <a:xfrm rot="10800000">
                <a:off x="298325" y="4657175"/>
                <a:ext cx="140100" cy="140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04" name="Google Shape;304;p5"/>
              <p:cNvSpPr/>
              <p:nvPr/>
            </p:nvSpPr>
            <p:spPr>
              <a:xfrm rot="10800000">
                <a:off x="495125" y="485235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05" name="Google Shape;305;p5"/>
              <p:cNvSpPr/>
              <p:nvPr/>
            </p:nvSpPr>
            <p:spPr>
              <a:xfrm rot="10800000">
                <a:off x="165050" y="4657175"/>
                <a:ext cx="51300" cy="51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306" name="Google Shape;306;p5"/>
            <p:cNvGrpSpPr/>
            <p:nvPr/>
          </p:nvGrpSpPr>
          <p:grpSpPr>
            <a:xfrm rot="10800000">
              <a:off x="3132451" y="4732750"/>
              <a:ext cx="298275" cy="322675"/>
              <a:chOff x="8667225" y="681525"/>
              <a:chExt cx="298275" cy="322675"/>
            </a:xfrm>
          </p:grpSpPr>
          <p:sp>
            <p:nvSpPr>
              <p:cNvPr id="307" name="Google Shape;307;p5"/>
              <p:cNvSpPr/>
              <p:nvPr/>
            </p:nvSpPr>
            <p:spPr>
              <a:xfrm rot="10800000">
                <a:off x="8667225" y="82162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08" name="Google Shape;308;p5"/>
              <p:cNvSpPr/>
              <p:nvPr/>
            </p:nvSpPr>
            <p:spPr>
              <a:xfrm rot="10800000">
                <a:off x="8825400" y="681525"/>
                <a:ext cx="140100" cy="14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09" name="Google Shape;309;p5"/>
              <p:cNvSpPr/>
              <p:nvPr/>
            </p:nvSpPr>
            <p:spPr>
              <a:xfrm rot="10800000">
                <a:off x="8869800" y="95290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98"/>
        <p:cNvGrpSpPr/>
        <p:nvPr/>
      </p:nvGrpSpPr>
      <p:grpSpPr>
        <a:xfrm>
          <a:off x="0" y="0"/>
          <a:ext cx="0" cy="0"/>
          <a:chOff x="0" y="0"/>
          <a:chExt cx="0" cy="0"/>
        </a:xfrm>
      </p:grpSpPr>
      <p:sp>
        <p:nvSpPr>
          <p:cNvPr id="399" name="Google Shape;399;p8"/>
          <p:cNvSpPr txBox="1">
            <a:spLocks noGrp="1"/>
          </p:cNvSpPr>
          <p:nvPr>
            <p:ph type="title"/>
          </p:nvPr>
        </p:nvSpPr>
        <p:spPr>
          <a:xfrm>
            <a:off x="713325" y="1485796"/>
            <a:ext cx="7717500" cy="21720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45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400" name="Google Shape;400;p8"/>
          <p:cNvGrpSpPr/>
          <p:nvPr/>
        </p:nvGrpSpPr>
        <p:grpSpPr>
          <a:xfrm>
            <a:off x="-626841" y="-1892623"/>
            <a:ext cx="9741411" cy="8805493"/>
            <a:chOff x="-626841" y="-1892623"/>
            <a:chExt cx="9741411" cy="8805493"/>
          </a:xfrm>
        </p:grpSpPr>
        <p:grpSp>
          <p:nvGrpSpPr>
            <p:cNvPr id="401" name="Google Shape;401;p8"/>
            <p:cNvGrpSpPr/>
            <p:nvPr/>
          </p:nvGrpSpPr>
          <p:grpSpPr>
            <a:xfrm>
              <a:off x="-626841" y="3469144"/>
              <a:ext cx="5410264" cy="3443726"/>
              <a:chOff x="-436341" y="3418344"/>
              <a:chExt cx="5410264" cy="3443726"/>
            </a:xfrm>
          </p:grpSpPr>
          <p:sp>
            <p:nvSpPr>
              <p:cNvPr id="402" name="Google Shape;402;p8"/>
              <p:cNvSpPr/>
              <p:nvPr/>
            </p:nvSpPr>
            <p:spPr>
              <a:xfrm rot="10800000" flipH="1">
                <a:off x="-436341" y="5541596"/>
                <a:ext cx="194400" cy="194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03" name="Google Shape;403;p8"/>
              <p:cNvSpPr/>
              <p:nvPr/>
            </p:nvSpPr>
            <p:spPr>
              <a:xfrm rot="10800000" flipH="1">
                <a:off x="1998031" y="6460948"/>
                <a:ext cx="194400" cy="194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04" name="Google Shape;404;p8"/>
              <p:cNvSpPr/>
              <p:nvPr/>
            </p:nvSpPr>
            <p:spPr>
              <a:xfrm rot="10800000" flipH="1">
                <a:off x="1331188" y="3979840"/>
                <a:ext cx="401400" cy="40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05" name="Google Shape;405;p8"/>
              <p:cNvSpPr/>
              <p:nvPr/>
            </p:nvSpPr>
            <p:spPr>
              <a:xfrm rot="10800000" flipH="1">
                <a:off x="1136579" y="5573524"/>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06" name="Google Shape;406;p8"/>
              <p:cNvSpPr/>
              <p:nvPr/>
            </p:nvSpPr>
            <p:spPr>
              <a:xfrm rot="10800000" flipH="1">
                <a:off x="-13908" y="6509971"/>
                <a:ext cx="96300" cy="96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07" name="Google Shape;407;p8"/>
              <p:cNvSpPr/>
              <p:nvPr/>
            </p:nvSpPr>
            <p:spPr>
              <a:xfrm rot="10800000" flipH="1">
                <a:off x="1136579" y="6731570"/>
                <a:ext cx="130500" cy="130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08" name="Google Shape;408;p8"/>
              <p:cNvSpPr/>
              <p:nvPr/>
            </p:nvSpPr>
            <p:spPr>
              <a:xfrm rot="10800000" flipH="1">
                <a:off x="248148" y="4631902"/>
                <a:ext cx="130500" cy="130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09" name="Google Shape;409;p8"/>
              <p:cNvSpPr/>
              <p:nvPr/>
            </p:nvSpPr>
            <p:spPr>
              <a:xfrm rot="10800000" flipH="1">
                <a:off x="4877623" y="4911977"/>
                <a:ext cx="96300" cy="96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410" name="Google Shape;410;p8"/>
              <p:cNvCxnSpPr>
                <a:stCxn id="406" idx="5"/>
                <a:endCxn id="405" idx="1"/>
              </p:cNvCxnSpPr>
              <p:nvPr/>
            </p:nvCxnSpPr>
            <p:spPr>
              <a:xfrm rot="10800000" flipH="1">
                <a:off x="68289" y="5684974"/>
                <a:ext cx="1087500" cy="839100"/>
              </a:xfrm>
              <a:prstGeom prst="straightConnector1">
                <a:avLst/>
              </a:prstGeom>
              <a:noFill/>
              <a:ln w="9525" cap="flat" cmpd="sng">
                <a:solidFill>
                  <a:schemeClr val="dk2"/>
                </a:solidFill>
                <a:prstDash val="solid"/>
                <a:round/>
                <a:headEnd type="none" w="med" len="med"/>
                <a:tailEnd type="none" w="med" len="med"/>
              </a:ln>
            </p:spPr>
          </p:cxnSp>
          <p:cxnSp>
            <p:nvCxnSpPr>
              <p:cNvPr id="411" name="Google Shape;411;p8"/>
              <p:cNvCxnSpPr>
                <a:stCxn id="407" idx="4"/>
                <a:endCxn id="405" idx="0"/>
              </p:cNvCxnSpPr>
              <p:nvPr/>
            </p:nvCxnSpPr>
            <p:spPr>
              <a:xfrm rot="10800000">
                <a:off x="1201829" y="5704070"/>
                <a:ext cx="0" cy="1027500"/>
              </a:xfrm>
              <a:prstGeom prst="straightConnector1">
                <a:avLst/>
              </a:prstGeom>
              <a:noFill/>
              <a:ln w="9525" cap="flat" cmpd="sng">
                <a:solidFill>
                  <a:schemeClr val="dk2"/>
                </a:solidFill>
                <a:prstDash val="solid"/>
                <a:round/>
                <a:headEnd type="none" w="med" len="med"/>
                <a:tailEnd type="none" w="med" len="med"/>
              </a:ln>
            </p:spPr>
          </p:cxnSp>
          <p:cxnSp>
            <p:nvCxnSpPr>
              <p:cNvPr id="412" name="Google Shape;412;p8"/>
              <p:cNvCxnSpPr>
                <a:stCxn id="402" idx="6"/>
                <a:endCxn id="405" idx="2"/>
              </p:cNvCxnSpPr>
              <p:nvPr/>
            </p:nvCxnSpPr>
            <p:spPr>
              <a:xfrm>
                <a:off x="-241941" y="5638796"/>
                <a:ext cx="1378500" cy="0"/>
              </a:xfrm>
              <a:prstGeom prst="straightConnector1">
                <a:avLst/>
              </a:prstGeom>
              <a:noFill/>
              <a:ln w="9525" cap="flat" cmpd="sng">
                <a:solidFill>
                  <a:schemeClr val="dk2"/>
                </a:solidFill>
                <a:prstDash val="solid"/>
                <a:round/>
                <a:headEnd type="none" w="med" len="med"/>
                <a:tailEnd type="none" w="med" len="med"/>
              </a:ln>
            </p:spPr>
          </p:cxnSp>
          <p:cxnSp>
            <p:nvCxnSpPr>
              <p:cNvPr id="413" name="Google Shape;413;p8"/>
              <p:cNvCxnSpPr>
                <a:stCxn id="402" idx="0"/>
                <a:endCxn id="406" idx="3"/>
              </p:cNvCxnSpPr>
              <p:nvPr/>
            </p:nvCxnSpPr>
            <p:spPr>
              <a:xfrm>
                <a:off x="-339141" y="5735996"/>
                <a:ext cx="339300" cy="788100"/>
              </a:xfrm>
              <a:prstGeom prst="straightConnector1">
                <a:avLst/>
              </a:prstGeom>
              <a:noFill/>
              <a:ln w="9525" cap="flat" cmpd="sng">
                <a:solidFill>
                  <a:schemeClr val="dk2"/>
                </a:solidFill>
                <a:prstDash val="solid"/>
                <a:round/>
                <a:headEnd type="none" w="med" len="med"/>
                <a:tailEnd type="none" w="med" len="med"/>
              </a:ln>
            </p:spPr>
          </p:cxnSp>
          <p:cxnSp>
            <p:nvCxnSpPr>
              <p:cNvPr id="414" name="Google Shape;414;p8"/>
              <p:cNvCxnSpPr>
                <a:stCxn id="406" idx="7"/>
                <a:endCxn id="407" idx="2"/>
              </p:cNvCxnSpPr>
              <p:nvPr/>
            </p:nvCxnSpPr>
            <p:spPr>
              <a:xfrm>
                <a:off x="68289" y="6592168"/>
                <a:ext cx="1068300" cy="204600"/>
              </a:xfrm>
              <a:prstGeom prst="straightConnector1">
                <a:avLst/>
              </a:prstGeom>
              <a:noFill/>
              <a:ln w="9525" cap="flat" cmpd="sng">
                <a:solidFill>
                  <a:schemeClr val="dk2"/>
                </a:solidFill>
                <a:prstDash val="solid"/>
                <a:round/>
                <a:headEnd type="none" w="med" len="med"/>
                <a:tailEnd type="none" w="med" len="med"/>
              </a:ln>
            </p:spPr>
          </p:cxnSp>
          <p:cxnSp>
            <p:nvCxnSpPr>
              <p:cNvPr id="415" name="Google Shape;415;p8"/>
              <p:cNvCxnSpPr>
                <a:stCxn id="407" idx="6"/>
                <a:endCxn id="403" idx="2"/>
              </p:cNvCxnSpPr>
              <p:nvPr/>
            </p:nvCxnSpPr>
            <p:spPr>
              <a:xfrm rot="10800000" flipH="1">
                <a:off x="1267079" y="6558020"/>
                <a:ext cx="731100" cy="238800"/>
              </a:xfrm>
              <a:prstGeom prst="straightConnector1">
                <a:avLst/>
              </a:prstGeom>
              <a:noFill/>
              <a:ln w="9525" cap="flat" cmpd="sng">
                <a:solidFill>
                  <a:schemeClr val="dk2"/>
                </a:solidFill>
                <a:prstDash val="solid"/>
                <a:round/>
                <a:headEnd type="none" w="med" len="med"/>
                <a:tailEnd type="none" w="med" len="med"/>
              </a:ln>
            </p:spPr>
          </p:cxnSp>
          <p:cxnSp>
            <p:nvCxnSpPr>
              <p:cNvPr id="416" name="Google Shape;416;p8"/>
              <p:cNvCxnSpPr>
                <a:stCxn id="405" idx="7"/>
                <a:endCxn id="403" idx="3"/>
              </p:cNvCxnSpPr>
              <p:nvPr/>
            </p:nvCxnSpPr>
            <p:spPr>
              <a:xfrm>
                <a:off x="1247968" y="5684913"/>
                <a:ext cx="778500" cy="804600"/>
              </a:xfrm>
              <a:prstGeom prst="straightConnector1">
                <a:avLst/>
              </a:prstGeom>
              <a:noFill/>
              <a:ln w="9525" cap="flat" cmpd="sng">
                <a:solidFill>
                  <a:schemeClr val="dk2"/>
                </a:solidFill>
                <a:prstDash val="solid"/>
                <a:round/>
                <a:headEnd type="none" w="med" len="med"/>
                <a:tailEnd type="none" w="med" len="med"/>
              </a:ln>
            </p:spPr>
          </p:cxnSp>
          <p:cxnSp>
            <p:nvCxnSpPr>
              <p:cNvPr id="417" name="Google Shape;417;p8"/>
              <p:cNvCxnSpPr>
                <a:stCxn id="402" idx="5"/>
                <a:endCxn id="408" idx="1"/>
              </p:cNvCxnSpPr>
              <p:nvPr/>
            </p:nvCxnSpPr>
            <p:spPr>
              <a:xfrm rot="10800000" flipH="1">
                <a:off x="-270410" y="4743265"/>
                <a:ext cx="537600" cy="826800"/>
              </a:xfrm>
              <a:prstGeom prst="straightConnector1">
                <a:avLst/>
              </a:prstGeom>
              <a:noFill/>
              <a:ln w="9525" cap="flat" cmpd="sng">
                <a:solidFill>
                  <a:schemeClr val="dk2"/>
                </a:solidFill>
                <a:prstDash val="solid"/>
                <a:round/>
                <a:headEnd type="none" w="med" len="med"/>
                <a:tailEnd type="none" w="med" len="med"/>
              </a:ln>
            </p:spPr>
          </p:cxnSp>
          <p:cxnSp>
            <p:nvCxnSpPr>
              <p:cNvPr id="418" name="Google Shape;418;p8"/>
              <p:cNvCxnSpPr>
                <a:stCxn id="408" idx="7"/>
                <a:endCxn id="405" idx="3"/>
              </p:cNvCxnSpPr>
              <p:nvPr/>
            </p:nvCxnSpPr>
            <p:spPr>
              <a:xfrm>
                <a:off x="359537" y="4743291"/>
                <a:ext cx="796200" cy="849300"/>
              </a:xfrm>
              <a:prstGeom prst="straightConnector1">
                <a:avLst/>
              </a:prstGeom>
              <a:noFill/>
              <a:ln w="9525" cap="flat" cmpd="sng">
                <a:solidFill>
                  <a:schemeClr val="dk2"/>
                </a:solidFill>
                <a:prstDash val="solid"/>
                <a:round/>
                <a:headEnd type="none" w="med" len="med"/>
                <a:tailEnd type="none" w="med" len="med"/>
              </a:ln>
            </p:spPr>
          </p:cxnSp>
          <p:cxnSp>
            <p:nvCxnSpPr>
              <p:cNvPr id="419" name="Google Shape;419;p8"/>
              <p:cNvCxnSpPr>
                <a:stCxn id="408" idx="6"/>
                <a:endCxn id="404" idx="2"/>
              </p:cNvCxnSpPr>
              <p:nvPr/>
            </p:nvCxnSpPr>
            <p:spPr>
              <a:xfrm rot="10800000" flipH="1">
                <a:off x="378648" y="4180552"/>
                <a:ext cx="952500" cy="516600"/>
              </a:xfrm>
              <a:prstGeom prst="straightConnector1">
                <a:avLst/>
              </a:prstGeom>
              <a:noFill/>
              <a:ln w="9525" cap="flat" cmpd="sng">
                <a:solidFill>
                  <a:schemeClr val="dk2"/>
                </a:solidFill>
                <a:prstDash val="solid"/>
                <a:round/>
                <a:headEnd type="none" w="med" len="med"/>
                <a:tailEnd type="none" w="med" len="med"/>
              </a:ln>
            </p:spPr>
          </p:cxnSp>
          <p:cxnSp>
            <p:nvCxnSpPr>
              <p:cNvPr id="420" name="Google Shape;420;p8"/>
              <p:cNvCxnSpPr>
                <a:stCxn id="404" idx="1"/>
                <a:endCxn id="405" idx="4"/>
              </p:cNvCxnSpPr>
              <p:nvPr/>
            </p:nvCxnSpPr>
            <p:spPr>
              <a:xfrm flipH="1">
                <a:off x="1201872" y="4322457"/>
                <a:ext cx="188100" cy="1251000"/>
              </a:xfrm>
              <a:prstGeom prst="straightConnector1">
                <a:avLst/>
              </a:prstGeom>
              <a:noFill/>
              <a:ln w="9525" cap="flat" cmpd="sng">
                <a:solidFill>
                  <a:schemeClr val="dk2"/>
                </a:solidFill>
                <a:prstDash val="solid"/>
                <a:round/>
                <a:headEnd type="none" w="med" len="med"/>
                <a:tailEnd type="none" w="med" len="med"/>
              </a:ln>
            </p:spPr>
          </p:cxnSp>
          <p:cxnSp>
            <p:nvCxnSpPr>
              <p:cNvPr id="421" name="Google Shape;421;p8"/>
              <p:cNvCxnSpPr>
                <a:stCxn id="409" idx="1"/>
                <a:endCxn id="403" idx="5"/>
              </p:cNvCxnSpPr>
              <p:nvPr/>
            </p:nvCxnSpPr>
            <p:spPr>
              <a:xfrm flipH="1">
                <a:off x="2163826" y="4994175"/>
                <a:ext cx="2727900" cy="1495200"/>
              </a:xfrm>
              <a:prstGeom prst="straightConnector1">
                <a:avLst/>
              </a:prstGeom>
              <a:noFill/>
              <a:ln w="9525" cap="flat" cmpd="sng">
                <a:solidFill>
                  <a:schemeClr val="dk2"/>
                </a:solidFill>
                <a:prstDash val="solid"/>
                <a:round/>
                <a:headEnd type="none" w="med" len="med"/>
                <a:tailEnd type="none" w="med" len="med"/>
              </a:ln>
            </p:spPr>
          </p:cxnSp>
          <p:cxnSp>
            <p:nvCxnSpPr>
              <p:cNvPr id="422" name="Google Shape;422;p8"/>
              <p:cNvCxnSpPr>
                <a:stCxn id="406" idx="6"/>
                <a:endCxn id="409" idx="1"/>
              </p:cNvCxnSpPr>
              <p:nvPr/>
            </p:nvCxnSpPr>
            <p:spPr>
              <a:xfrm rot="10800000" flipH="1">
                <a:off x="82392" y="4994221"/>
                <a:ext cx="4809300" cy="1563900"/>
              </a:xfrm>
              <a:prstGeom prst="straightConnector1">
                <a:avLst/>
              </a:prstGeom>
              <a:noFill/>
              <a:ln w="9525" cap="flat" cmpd="sng">
                <a:solidFill>
                  <a:schemeClr val="dk2"/>
                </a:solidFill>
                <a:prstDash val="solid"/>
                <a:round/>
                <a:headEnd type="none" w="med" len="med"/>
                <a:tailEnd type="none" w="med" len="med"/>
              </a:ln>
            </p:spPr>
          </p:cxnSp>
          <p:cxnSp>
            <p:nvCxnSpPr>
              <p:cNvPr id="423" name="Google Shape;423;p8"/>
              <p:cNvCxnSpPr>
                <a:stCxn id="403" idx="4"/>
                <a:endCxn id="404" idx="0"/>
              </p:cNvCxnSpPr>
              <p:nvPr/>
            </p:nvCxnSpPr>
            <p:spPr>
              <a:xfrm rot="10800000">
                <a:off x="1531831" y="4381348"/>
                <a:ext cx="563400" cy="2079600"/>
              </a:xfrm>
              <a:prstGeom prst="straightConnector1">
                <a:avLst/>
              </a:prstGeom>
              <a:noFill/>
              <a:ln w="9525" cap="flat" cmpd="sng">
                <a:solidFill>
                  <a:schemeClr val="dk2"/>
                </a:solidFill>
                <a:prstDash val="solid"/>
                <a:round/>
                <a:headEnd type="none" w="med" len="med"/>
                <a:tailEnd type="none" w="med" len="med"/>
              </a:ln>
            </p:spPr>
          </p:cxnSp>
          <p:cxnSp>
            <p:nvCxnSpPr>
              <p:cNvPr id="424" name="Google Shape;424;p8"/>
              <p:cNvCxnSpPr>
                <a:stCxn id="402" idx="5"/>
                <a:endCxn id="404" idx="1"/>
              </p:cNvCxnSpPr>
              <p:nvPr/>
            </p:nvCxnSpPr>
            <p:spPr>
              <a:xfrm rot="10800000" flipH="1">
                <a:off x="-270410" y="4322365"/>
                <a:ext cx="1660500" cy="1247700"/>
              </a:xfrm>
              <a:prstGeom prst="straightConnector1">
                <a:avLst/>
              </a:prstGeom>
              <a:noFill/>
              <a:ln w="9525" cap="flat" cmpd="sng">
                <a:solidFill>
                  <a:schemeClr val="dk2"/>
                </a:solidFill>
                <a:prstDash val="solid"/>
                <a:round/>
                <a:headEnd type="none" w="med" len="med"/>
                <a:tailEnd type="none" w="med" len="med"/>
              </a:ln>
            </p:spPr>
          </p:cxnSp>
          <p:sp>
            <p:nvSpPr>
              <p:cNvPr id="425" name="Google Shape;425;p8"/>
              <p:cNvSpPr/>
              <p:nvPr/>
            </p:nvSpPr>
            <p:spPr>
              <a:xfrm rot="10800000" flipH="1">
                <a:off x="3294598" y="4298063"/>
                <a:ext cx="130500" cy="130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426" name="Google Shape;426;p8"/>
              <p:cNvCxnSpPr>
                <a:stCxn id="409" idx="2"/>
                <a:endCxn id="425" idx="7"/>
              </p:cNvCxnSpPr>
              <p:nvPr/>
            </p:nvCxnSpPr>
            <p:spPr>
              <a:xfrm rot="10800000">
                <a:off x="3406123" y="4409327"/>
                <a:ext cx="1471500" cy="550800"/>
              </a:xfrm>
              <a:prstGeom prst="straightConnector1">
                <a:avLst/>
              </a:prstGeom>
              <a:noFill/>
              <a:ln w="9525" cap="flat" cmpd="sng">
                <a:solidFill>
                  <a:schemeClr val="dk2"/>
                </a:solidFill>
                <a:prstDash val="solid"/>
                <a:round/>
                <a:headEnd type="none" w="med" len="med"/>
                <a:tailEnd type="none" w="med" len="med"/>
              </a:ln>
            </p:spPr>
          </p:cxnSp>
          <p:cxnSp>
            <p:nvCxnSpPr>
              <p:cNvPr id="427" name="Google Shape;427;p8"/>
              <p:cNvCxnSpPr>
                <a:stCxn id="425" idx="2"/>
                <a:endCxn id="404" idx="6"/>
              </p:cNvCxnSpPr>
              <p:nvPr/>
            </p:nvCxnSpPr>
            <p:spPr>
              <a:xfrm rot="10800000">
                <a:off x="1732498" y="4180613"/>
                <a:ext cx="1562100" cy="182700"/>
              </a:xfrm>
              <a:prstGeom prst="straightConnector1">
                <a:avLst/>
              </a:prstGeom>
              <a:noFill/>
              <a:ln w="9525" cap="flat" cmpd="sng">
                <a:solidFill>
                  <a:schemeClr val="dk2"/>
                </a:solidFill>
                <a:prstDash val="solid"/>
                <a:round/>
                <a:headEnd type="none" w="med" len="med"/>
                <a:tailEnd type="none" w="med" len="med"/>
              </a:ln>
            </p:spPr>
          </p:cxnSp>
          <p:cxnSp>
            <p:nvCxnSpPr>
              <p:cNvPr id="428" name="Google Shape;428;p8"/>
              <p:cNvCxnSpPr>
                <a:stCxn id="425" idx="0"/>
                <a:endCxn id="403" idx="4"/>
              </p:cNvCxnSpPr>
              <p:nvPr/>
            </p:nvCxnSpPr>
            <p:spPr>
              <a:xfrm flipH="1">
                <a:off x="2095348" y="4428563"/>
                <a:ext cx="1264500" cy="2032500"/>
              </a:xfrm>
              <a:prstGeom prst="straightConnector1">
                <a:avLst/>
              </a:prstGeom>
              <a:noFill/>
              <a:ln w="9525" cap="flat" cmpd="sng">
                <a:solidFill>
                  <a:schemeClr val="dk2"/>
                </a:solidFill>
                <a:prstDash val="solid"/>
                <a:round/>
                <a:headEnd type="none" w="med" len="med"/>
                <a:tailEnd type="none" w="med" len="med"/>
              </a:ln>
            </p:spPr>
          </p:cxnSp>
          <p:cxnSp>
            <p:nvCxnSpPr>
              <p:cNvPr id="429" name="Google Shape;429;p8"/>
              <p:cNvCxnSpPr>
                <a:stCxn id="425" idx="1"/>
                <a:endCxn id="405" idx="5"/>
              </p:cNvCxnSpPr>
              <p:nvPr/>
            </p:nvCxnSpPr>
            <p:spPr>
              <a:xfrm flipH="1">
                <a:off x="1247909" y="4409452"/>
                <a:ext cx="2065800" cy="1183200"/>
              </a:xfrm>
              <a:prstGeom prst="straightConnector1">
                <a:avLst/>
              </a:prstGeom>
              <a:noFill/>
              <a:ln w="9525" cap="flat" cmpd="sng">
                <a:solidFill>
                  <a:schemeClr val="dk2"/>
                </a:solidFill>
                <a:prstDash val="solid"/>
                <a:round/>
                <a:headEnd type="none" w="med" len="med"/>
                <a:tailEnd type="none" w="med" len="med"/>
              </a:ln>
            </p:spPr>
          </p:cxnSp>
          <p:sp>
            <p:nvSpPr>
              <p:cNvPr id="430" name="Google Shape;430;p8"/>
              <p:cNvSpPr/>
              <p:nvPr/>
            </p:nvSpPr>
            <p:spPr>
              <a:xfrm rot="10800000" flipH="1">
                <a:off x="350141" y="3418344"/>
                <a:ext cx="194400" cy="1944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431" name="Google Shape;431;p8"/>
              <p:cNvCxnSpPr>
                <a:stCxn id="404" idx="3"/>
                <a:endCxn id="430" idx="6"/>
              </p:cNvCxnSpPr>
              <p:nvPr/>
            </p:nvCxnSpPr>
            <p:spPr>
              <a:xfrm rot="10800000">
                <a:off x="544572" y="3515424"/>
                <a:ext cx="845400" cy="523200"/>
              </a:xfrm>
              <a:prstGeom prst="straightConnector1">
                <a:avLst/>
              </a:prstGeom>
              <a:noFill/>
              <a:ln w="9525" cap="flat" cmpd="sng">
                <a:solidFill>
                  <a:schemeClr val="dk2"/>
                </a:solidFill>
                <a:prstDash val="solid"/>
                <a:round/>
                <a:headEnd type="none" w="med" len="med"/>
                <a:tailEnd type="none" w="med" len="med"/>
              </a:ln>
            </p:spPr>
          </p:cxnSp>
          <p:cxnSp>
            <p:nvCxnSpPr>
              <p:cNvPr id="432" name="Google Shape;432;p8"/>
              <p:cNvCxnSpPr>
                <a:stCxn id="430" idx="1"/>
                <a:endCxn id="408" idx="4"/>
              </p:cNvCxnSpPr>
              <p:nvPr/>
            </p:nvCxnSpPr>
            <p:spPr>
              <a:xfrm flipH="1">
                <a:off x="313510" y="3584275"/>
                <a:ext cx="65100" cy="1047600"/>
              </a:xfrm>
              <a:prstGeom prst="straightConnector1">
                <a:avLst/>
              </a:prstGeom>
              <a:noFill/>
              <a:ln w="9525" cap="flat" cmpd="sng">
                <a:solidFill>
                  <a:schemeClr val="dk2"/>
                </a:solidFill>
                <a:prstDash val="solid"/>
                <a:round/>
                <a:headEnd type="none" w="med" len="med"/>
                <a:tailEnd type="none" w="med" len="med"/>
              </a:ln>
            </p:spPr>
          </p:cxnSp>
        </p:grpSp>
        <p:grpSp>
          <p:nvGrpSpPr>
            <p:cNvPr id="433" name="Google Shape;433;p8"/>
            <p:cNvGrpSpPr/>
            <p:nvPr/>
          </p:nvGrpSpPr>
          <p:grpSpPr>
            <a:xfrm>
              <a:off x="5071007" y="-1892623"/>
              <a:ext cx="4043564" cy="3673594"/>
              <a:chOff x="5071007" y="-1892623"/>
              <a:chExt cx="4043564" cy="3673594"/>
            </a:xfrm>
          </p:grpSpPr>
          <p:sp>
            <p:nvSpPr>
              <p:cNvPr id="434" name="Google Shape;434;p8"/>
              <p:cNvSpPr/>
              <p:nvPr/>
            </p:nvSpPr>
            <p:spPr>
              <a:xfrm rot="9591490" flipH="1">
                <a:off x="5098516" y="540093"/>
                <a:ext cx="194282" cy="194282"/>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35" name="Google Shape;435;p8"/>
              <p:cNvSpPr/>
              <p:nvPr/>
            </p:nvSpPr>
            <p:spPr>
              <a:xfrm rot="9591490" flipH="1">
                <a:off x="8892779" y="453876"/>
                <a:ext cx="194282" cy="194282"/>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36" name="Google Shape;436;p8"/>
              <p:cNvSpPr/>
              <p:nvPr/>
            </p:nvSpPr>
            <p:spPr>
              <a:xfrm rot="9590696" flipH="1">
                <a:off x="7529429" y="-1352882"/>
                <a:ext cx="401379" cy="401379"/>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37" name="Google Shape;437;p8"/>
              <p:cNvSpPr/>
              <p:nvPr/>
            </p:nvSpPr>
            <p:spPr>
              <a:xfrm rot="9588852" flipH="1">
                <a:off x="7769090" y="-69319"/>
                <a:ext cx="130410" cy="13041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38" name="Google Shape;438;p8"/>
              <p:cNvSpPr/>
              <p:nvPr/>
            </p:nvSpPr>
            <p:spPr>
              <a:xfrm rot="9585450" flipH="1">
                <a:off x="7304847" y="697939"/>
                <a:ext cx="96244" cy="96244"/>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39" name="Google Shape;439;p8"/>
              <p:cNvSpPr/>
              <p:nvPr/>
            </p:nvSpPr>
            <p:spPr>
              <a:xfrm rot="9588852" flipH="1">
                <a:off x="8485536" y="1632066"/>
                <a:ext cx="130410" cy="13041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40" name="Google Shape;440;p8"/>
              <p:cNvSpPr/>
              <p:nvPr/>
            </p:nvSpPr>
            <p:spPr>
              <a:xfrm rot="9588852" flipH="1">
                <a:off x="6653615" y="27813"/>
                <a:ext cx="130410" cy="13041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41" name="Google Shape;441;p8"/>
              <p:cNvSpPr/>
              <p:nvPr/>
            </p:nvSpPr>
            <p:spPr>
              <a:xfrm rot="9585450" flipH="1">
                <a:off x="8871292" y="-605485"/>
                <a:ext cx="96244" cy="96244"/>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442" name="Google Shape;442;p8"/>
              <p:cNvCxnSpPr>
                <a:stCxn id="438" idx="5"/>
                <a:endCxn id="437" idx="1"/>
              </p:cNvCxnSpPr>
              <p:nvPr/>
            </p:nvCxnSpPr>
            <p:spPr>
              <a:xfrm rot="10800000" flipH="1">
                <a:off x="7373121" y="54962"/>
                <a:ext cx="433800" cy="647400"/>
              </a:xfrm>
              <a:prstGeom prst="straightConnector1">
                <a:avLst/>
              </a:prstGeom>
              <a:noFill/>
              <a:ln w="9525" cap="flat" cmpd="sng">
                <a:solidFill>
                  <a:schemeClr val="dk2"/>
                </a:solidFill>
                <a:prstDash val="solid"/>
                <a:round/>
                <a:headEnd type="none" w="med" len="med"/>
                <a:tailEnd type="none" w="med" len="med"/>
              </a:ln>
            </p:spPr>
          </p:cxnSp>
          <p:cxnSp>
            <p:nvCxnSpPr>
              <p:cNvPr id="443" name="Google Shape;443;p8"/>
              <p:cNvCxnSpPr>
                <a:stCxn id="439" idx="4"/>
                <a:endCxn id="437" idx="0"/>
              </p:cNvCxnSpPr>
              <p:nvPr/>
            </p:nvCxnSpPr>
            <p:spPr>
              <a:xfrm rot="10800000">
                <a:off x="7856841" y="57171"/>
                <a:ext cx="671400" cy="1578900"/>
              </a:xfrm>
              <a:prstGeom prst="straightConnector1">
                <a:avLst/>
              </a:prstGeom>
              <a:noFill/>
              <a:ln w="9525" cap="flat" cmpd="sng">
                <a:solidFill>
                  <a:schemeClr val="dk2"/>
                </a:solidFill>
                <a:prstDash val="solid"/>
                <a:round/>
                <a:headEnd type="none" w="med" len="med"/>
                <a:tailEnd type="none" w="med" len="med"/>
              </a:ln>
            </p:spPr>
          </p:cxnSp>
          <p:cxnSp>
            <p:nvCxnSpPr>
              <p:cNvPr id="444" name="Google Shape;444;p8"/>
              <p:cNvCxnSpPr>
                <a:stCxn id="434" idx="6"/>
                <a:endCxn id="438" idx="3"/>
              </p:cNvCxnSpPr>
              <p:nvPr/>
            </p:nvCxnSpPr>
            <p:spPr>
              <a:xfrm>
                <a:off x="5286857" y="603783"/>
                <a:ext cx="2022300" cy="122100"/>
              </a:xfrm>
              <a:prstGeom prst="straightConnector1">
                <a:avLst/>
              </a:prstGeom>
              <a:noFill/>
              <a:ln w="9525" cap="flat" cmpd="sng">
                <a:solidFill>
                  <a:schemeClr val="dk2"/>
                </a:solidFill>
                <a:prstDash val="solid"/>
                <a:round/>
                <a:headEnd type="none" w="med" len="med"/>
                <a:tailEnd type="none" w="med" len="med"/>
              </a:ln>
            </p:spPr>
          </p:cxnSp>
          <p:cxnSp>
            <p:nvCxnSpPr>
              <p:cNvPr id="445" name="Google Shape;445;p8"/>
              <p:cNvCxnSpPr>
                <a:stCxn id="438" idx="7"/>
                <a:endCxn id="439" idx="2"/>
              </p:cNvCxnSpPr>
              <p:nvPr/>
            </p:nvCxnSpPr>
            <p:spPr>
              <a:xfrm>
                <a:off x="7396668" y="766214"/>
                <a:ext cx="1092900" cy="953700"/>
              </a:xfrm>
              <a:prstGeom prst="straightConnector1">
                <a:avLst/>
              </a:prstGeom>
              <a:noFill/>
              <a:ln w="9525" cap="flat" cmpd="sng">
                <a:solidFill>
                  <a:schemeClr val="dk2"/>
                </a:solidFill>
                <a:prstDash val="solid"/>
                <a:round/>
                <a:headEnd type="none" w="med" len="med"/>
                <a:tailEnd type="none" w="med" len="med"/>
              </a:ln>
            </p:spPr>
          </p:cxnSp>
          <p:cxnSp>
            <p:nvCxnSpPr>
              <p:cNvPr id="446" name="Google Shape;446;p8"/>
              <p:cNvCxnSpPr>
                <a:stCxn id="439" idx="6"/>
                <a:endCxn id="435" idx="1"/>
              </p:cNvCxnSpPr>
              <p:nvPr/>
            </p:nvCxnSpPr>
            <p:spPr>
              <a:xfrm rot="10800000" flipH="1">
                <a:off x="8611941" y="639171"/>
                <a:ext cx="337200" cy="1035600"/>
              </a:xfrm>
              <a:prstGeom prst="straightConnector1">
                <a:avLst/>
              </a:prstGeom>
              <a:noFill/>
              <a:ln w="9525" cap="flat" cmpd="sng">
                <a:solidFill>
                  <a:schemeClr val="dk2"/>
                </a:solidFill>
                <a:prstDash val="solid"/>
                <a:round/>
                <a:headEnd type="none" w="med" len="med"/>
                <a:tailEnd type="none" w="med" len="med"/>
              </a:ln>
            </p:spPr>
          </p:cxnSp>
          <p:cxnSp>
            <p:nvCxnSpPr>
              <p:cNvPr id="447" name="Google Shape;447;p8"/>
              <p:cNvCxnSpPr>
                <a:stCxn id="437" idx="7"/>
                <a:endCxn id="435" idx="3"/>
              </p:cNvCxnSpPr>
              <p:nvPr/>
            </p:nvCxnSpPr>
            <p:spPr>
              <a:xfrm>
                <a:off x="7893480" y="23251"/>
                <a:ext cx="1008300" cy="486900"/>
              </a:xfrm>
              <a:prstGeom prst="straightConnector1">
                <a:avLst/>
              </a:prstGeom>
              <a:noFill/>
              <a:ln w="9525" cap="flat" cmpd="sng">
                <a:solidFill>
                  <a:schemeClr val="dk2"/>
                </a:solidFill>
                <a:prstDash val="solid"/>
                <a:round/>
                <a:headEnd type="none" w="med" len="med"/>
                <a:tailEnd type="none" w="med" len="med"/>
              </a:ln>
            </p:spPr>
          </p:cxnSp>
          <p:cxnSp>
            <p:nvCxnSpPr>
              <p:cNvPr id="448" name="Google Shape;448;p8"/>
              <p:cNvCxnSpPr>
                <a:stCxn id="434" idx="6"/>
                <a:endCxn id="440" idx="1"/>
              </p:cNvCxnSpPr>
              <p:nvPr/>
            </p:nvCxnSpPr>
            <p:spPr>
              <a:xfrm rot="10800000" flipH="1">
                <a:off x="5286857" y="152283"/>
                <a:ext cx="1404600" cy="451500"/>
              </a:xfrm>
              <a:prstGeom prst="straightConnector1">
                <a:avLst/>
              </a:prstGeom>
              <a:noFill/>
              <a:ln w="9525" cap="flat" cmpd="sng">
                <a:solidFill>
                  <a:schemeClr val="dk2"/>
                </a:solidFill>
                <a:prstDash val="solid"/>
                <a:round/>
                <a:headEnd type="none" w="med" len="med"/>
                <a:tailEnd type="none" w="med" len="med"/>
              </a:ln>
            </p:spPr>
          </p:cxnSp>
          <p:cxnSp>
            <p:nvCxnSpPr>
              <p:cNvPr id="449" name="Google Shape;449;p8"/>
              <p:cNvCxnSpPr>
                <a:stCxn id="440" idx="7"/>
                <a:endCxn id="437" idx="2"/>
              </p:cNvCxnSpPr>
              <p:nvPr/>
            </p:nvCxnSpPr>
            <p:spPr>
              <a:xfrm rot="10800000" flipH="1">
                <a:off x="6778004" y="18383"/>
                <a:ext cx="995100" cy="102000"/>
              </a:xfrm>
              <a:prstGeom prst="straightConnector1">
                <a:avLst/>
              </a:prstGeom>
              <a:noFill/>
              <a:ln w="9525" cap="flat" cmpd="sng">
                <a:solidFill>
                  <a:schemeClr val="dk2"/>
                </a:solidFill>
                <a:prstDash val="solid"/>
                <a:round/>
                <a:headEnd type="none" w="med" len="med"/>
                <a:tailEnd type="none" w="med" len="med"/>
              </a:ln>
            </p:spPr>
          </p:cxnSp>
          <p:cxnSp>
            <p:nvCxnSpPr>
              <p:cNvPr id="450" name="Google Shape;450;p8"/>
              <p:cNvCxnSpPr>
                <a:stCxn id="440" idx="5"/>
                <a:endCxn id="436" idx="2"/>
              </p:cNvCxnSpPr>
              <p:nvPr/>
            </p:nvCxnSpPr>
            <p:spPr>
              <a:xfrm rot="10800000" flipH="1">
                <a:off x="6746185" y="-1083067"/>
                <a:ext cx="795600" cy="1116900"/>
              </a:xfrm>
              <a:prstGeom prst="straightConnector1">
                <a:avLst/>
              </a:prstGeom>
              <a:noFill/>
              <a:ln w="9525" cap="flat" cmpd="sng">
                <a:solidFill>
                  <a:schemeClr val="dk2"/>
                </a:solidFill>
                <a:prstDash val="solid"/>
                <a:round/>
                <a:headEnd type="none" w="med" len="med"/>
                <a:tailEnd type="none" w="med" len="med"/>
              </a:ln>
            </p:spPr>
          </p:cxnSp>
          <p:cxnSp>
            <p:nvCxnSpPr>
              <p:cNvPr id="451" name="Google Shape;451;p8"/>
              <p:cNvCxnSpPr>
                <a:stCxn id="436" idx="0"/>
                <a:endCxn id="437" idx="5"/>
              </p:cNvCxnSpPr>
              <p:nvPr/>
            </p:nvCxnSpPr>
            <p:spPr>
              <a:xfrm>
                <a:off x="7799269" y="-963792"/>
                <a:ext cx="62400" cy="900600"/>
              </a:xfrm>
              <a:prstGeom prst="straightConnector1">
                <a:avLst/>
              </a:prstGeom>
              <a:noFill/>
              <a:ln w="9525" cap="flat" cmpd="sng">
                <a:solidFill>
                  <a:schemeClr val="dk2"/>
                </a:solidFill>
                <a:prstDash val="solid"/>
                <a:round/>
                <a:headEnd type="none" w="med" len="med"/>
                <a:tailEnd type="none" w="med" len="med"/>
              </a:ln>
            </p:spPr>
          </p:cxnSp>
          <p:cxnSp>
            <p:nvCxnSpPr>
              <p:cNvPr id="452" name="Google Shape;452;p8"/>
              <p:cNvCxnSpPr>
                <a:stCxn id="436" idx="7"/>
                <a:endCxn id="441" idx="3"/>
              </p:cNvCxnSpPr>
              <p:nvPr/>
            </p:nvCxnSpPr>
            <p:spPr>
              <a:xfrm>
                <a:off x="7912234" y="-1067870"/>
                <a:ext cx="963600" cy="490500"/>
              </a:xfrm>
              <a:prstGeom prst="straightConnector1">
                <a:avLst/>
              </a:prstGeom>
              <a:noFill/>
              <a:ln w="9525" cap="flat" cmpd="sng">
                <a:solidFill>
                  <a:schemeClr val="dk2"/>
                </a:solidFill>
                <a:prstDash val="solid"/>
                <a:round/>
                <a:headEnd type="none" w="med" len="med"/>
                <a:tailEnd type="none" w="med" len="med"/>
              </a:ln>
            </p:spPr>
          </p:cxnSp>
          <p:cxnSp>
            <p:nvCxnSpPr>
              <p:cNvPr id="453" name="Google Shape;453;p8"/>
              <p:cNvCxnSpPr>
                <a:stCxn id="437" idx="6"/>
                <a:endCxn id="441" idx="2"/>
              </p:cNvCxnSpPr>
              <p:nvPr/>
            </p:nvCxnSpPr>
            <p:spPr>
              <a:xfrm rot="10800000" flipH="1">
                <a:off x="7895495" y="-540814"/>
                <a:ext cx="978900" cy="514200"/>
              </a:xfrm>
              <a:prstGeom prst="straightConnector1">
                <a:avLst/>
              </a:prstGeom>
              <a:noFill/>
              <a:ln w="9525" cap="flat" cmpd="sng">
                <a:solidFill>
                  <a:schemeClr val="dk2"/>
                </a:solidFill>
                <a:prstDash val="solid"/>
                <a:round/>
                <a:headEnd type="none" w="med" len="med"/>
                <a:tailEnd type="none" w="med" len="med"/>
              </a:ln>
            </p:spPr>
          </p:cxnSp>
          <p:cxnSp>
            <p:nvCxnSpPr>
              <p:cNvPr id="454" name="Google Shape;454;p8"/>
              <p:cNvCxnSpPr>
                <a:stCxn id="441" idx="0"/>
                <a:endCxn id="435" idx="5"/>
              </p:cNvCxnSpPr>
              <p:nvPr/>
            </p:nvCxnSpPr>
            <p:spPr>
              <a:xfrm>
                <a:off x="8936064" y="-512213"/>
                <a:ext cx="94800" cy="975000"/>
              </a:xfrm>
              <a:prstGeom prst="straightConnector1">
                <a:avLst/>
              </a:prstGeom>
              <a:noFill/>
              <a:ln w="9525" cap="flat" cmpd="sng">
                <a:solidFill>
                  <a:schemeClr val="dk2"/>
                </a:solidFill>
                <a:prstDash val="solid"/>
                <a:round/>
                <a:headEnd type="none" w="med" len="med"/>
                <a:tailEnd type="none" w="med" len="med"/>
              </a:ln>
            </p:spPr>
          </p:cxnSp>
          <p:cxnSp>
            <p:nvCxnSpPr>
              <p:cNvPr id="455" name="Google Shape;455;p8"/>
              <p:cNvCxnSpPr>
                <a:stCxn id="439" idx="5"/>
                <a:endCxn id="441" idx="1"/>
              </p:cNvCxnSpPr>
              <p:nvPr/>
            </p:nvCxnSpPr>
            <p:spPr>
              <a:xfrm rot="10800000" flipH="1">
                <a:off x="8578106" y="-513814"/>
                <a:ext cx="321300" cy="2151900"/>
              </a:xfrm>
              <a:prstGeom prst="straightConnector1">
                <a:avLst/>
              </a:prstGeom>
              <a:noFill/>
              <a:ln w="9525" cap="flat" cmpd="sng">
                <a:solidFill>
                  <a:schemeClr val="dk2"/>
                </a:solidFill>
                <a:prstDash val="solid"/>
                <a:round/>
                <a:headEnd type="none" w="med" len="med"/>
                <a:tailEnd type="none" w="med" len="med"/>
              </a:ln>
            </p:spPr>
          </p:cxnSp>
          <p:cxnSp>
            <p:nvCxnSpPr>
              <p:cNvPr id="456" name="Google Shape;456;p8"/>
              <p:cNvCxnSpPr>
                <a:stCxn id="438" idx="6"/>
                <a:endCxn id="441" idx="1"/>
              </p:cNvCxnSpPr>
              <p:nvPr/>
            </p:nvCxnSpPr>
            <p:spPr>
              <a:xfrm rot="10800000" flipH="1">
                <a:off x="7398119" y="-513788"/>
                <a:ext cx="1501200" cy="1243200"/>
              </a:xfrm>
              <a:prstGeom prst="straightConnector1">
                <a:avLst/>
              </a:prstGeom>
              <a:noFill/>
              <a:ln w="9525" cap="flat" cmpd="sng">
                <a:solidFill>
                  <a:schemeClr val="dk2"/>
                </a:solidFill>
                <a:prstDash val="solid"/>
                <a:round/>
                <a:headEnd type="none" w="med" len="med"/>
                <a:tailEnd type="none" w="med" len="med"/>
              </a:ln>
            </p:spPr>
          </p:cxnSp>
          <p:cxnSp>
            <p:nvCxnSpPr>
              <p:cNvPr id="457" name="Google Shape;457;p8"/>
              <p:cNvCxnSpPr>
                <a:stCxn id="438" idx="4"/>
                <a:endCxn id="436" idx="1"/>
              </p:cNvCxnSpPr>
              <p:nvPr/>
            </p:nvCxnSpPr>
            <p:spPr>
              <a:xfrm rot="10800000" flipH="1">
                <a:off x="7336319" y="-970088"/>
                <a:ext cx="309600" cy="1671000"/>
              </a:xfrm>
              <a:prstGeom prst="straightConnector1">
                <a:avLst/>
              </a:prstGeom>
              <a:noFill/>
              <a:ln w="9525" cap="flat" cmpd="sng">
                <a:solidFill>
                  <a:schemeClr val="dk2"/>
                </a:solidFill>
                <a:prstDash val="solid"/>
                <a:round/>
                <a:headEnd type="none" w="med" len="med"/>
                <a:tailEnd type="none" w="med" len="med"/>
              </a:ln>
            </p:spPr>
          </p:cxnSp>
          <p:cxnSp>
            <p:nvCxnSpPr>
              <p:cNvPr id="458" name="Google Shape;458;p8"/>
              <p:cNvCxnSpPr>
                <a:stCxn id="435" idx="4"/>
                <a:endCxn id="436" idx="7"/>
              </p:cNvCxnSpPr>
              <p:nvPr/>
            </p:nvCxnSpPr>
            <p:spPr>
              <a:xfrm rot="10800000">
                <a:off x="7912170" y="-1067784"/>
                <a:ext cx="1044300" cy="1527600"/>
              </a:xfrm>
              <a:prstGeom prst="straightConnector1">
                <a:avLst/>
              </a:prstGeom>
              <a:noFill/>
              <a:ln w="9525" cap="flat" cmpd="sng">
                <a:solidFill>
                  <a:schemeClr val="dk2"/>
                </a:solidFill>
                <a:prstDash val="solid"/>
                <a:round/>
                <a:headEnd type="none" w="med" len="med"/>
                <a:tailEnd type="none" w="med" len="med"/>
              </a:ln>
            </p:spPr>
          </p:cxnSp>
          <p:cxnSp>
            <p:nvCxnSpPr>
              <p:cNvPr id="459" name="Google Shape;459;p8"/>
              <p:cNvCxnSpPr>
                <a:stCxn id="434" idx="6"/>
                <a:endCxn id="436" idx="1"/>
              </p:cNvCxnSpPr>
              <p:nvPr/>
            </p:nvCxnSpPr>
            <p:spPr>
              <a:xfrm rot="10800000" flipH="1">
                <a:off x="5286857" y="-970017"/>
                <a:ext cx="2358900" cy="1573800"/>
              </a:xfrm>
              <a:prstGeom prst="straightConnector1">
                <a:avLst/>
              </a:prstGeom>
              <a:noFill/>
              <a:ln w="9525" cap="flat" cmpd="sng">
                <a:solidFill>
                  <a:schemeClr val="dk2"/>
                </a:solidFill>
                <a:prstDash val="solid"/>
                <a:round/>
                <a:headEnd type="none" w="med" len="med"/>
                <a:tailEnd type="none" w="med" len="med"/>
              </a:ln>
            </p:spPr>
          </p:cxnSp>
          <p:sp>
            <p:nvSpPr>
              <p:cNvPr id="460" name="Google Shape;460;p8"/>
              <p:cNvSpPr/>
              <p:nvPr/>
            </p:nvSpPr>
            <p:spPr>
              <a:xfrm rot="9588852" flipH="1">
                <a:off x="8325123" y="-1874128"/>
                <a:ext cx="130410" cy="13041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461" name="Google Shape;461;p8"/>
              <p:cNvCxnSpPr>
                <a:stCxn id="441" idx="4"/>
                <a:endCxn id="460" idx="7"/>
              </p:cNvCxnSpPr>
              <p:nvPr/>
            </p:nvCxnSpPr>
            <p:spPr>
              <a:xfrm rot="10800000">
                <a:off x="8449464" y="-1781513"/>
                <a:ext cx="453300" cy="1179000"/>
              </a:xfrm>
              <a:prstGeom prst="straightConnector1">
                <a:avLst/>
              </a:prstGeom>
              <a:noFill/>
              <a:ln w="9525" cap="flat" cmpd="sng">
                <a:solidFill>
                  <a:schemeClr val="dk2"/>
                </a:solidFill>
                <a:prstDash val="solid"/>
                <a:round/>
                <a:headEnd type="none" w="med" len="med"/>
                <a:tailEnd type="none" w="med" len="med"/>
              </a:ln>
            </p:spPr>
          </p:cxnSp>
          <p:cxnSp>
            <p:nvCxnSpPr>
              <p:cNvPr id="462" name="Google Shape;462;p8"/>
              <p:cNvCxnSpPr>
                <a:stCxn id="460" idx="2"/>
                <a:endCxn id="436" idx="5"/>
              </p:cNvCxnSpPr>
              <p:nvPr/>
            </p:nvCxnSpPr>
            <p:spPr>
              <a:xfrm flipH="1">
                <a:off x="7814328" y="-1786423"/>
                <a:ext cx="514800" cy="452100"/>
              </a:xfrm>
              <a:prstGeom prst="straightConnector1">
                <a:avLst/>
              </a:prstGeom>
              <a:noFill/>
              <a:ln w="9525" cap="flat" cmpd="sng">
                <a:solidFill>
                  <a:schemeClr val="dk2"/>
                </a:solidFill>
                <a:prstDash val="solid"/>
                <a:round/>
                <a:headEnd type="none" w="med" len="med"/>
                <a:tailEnd type="none" w="med" len="med"/>
              </a:ln>
            </p:spPr>
          </p:cxnSp>
          <p:cxnSp>
            <p:nvCxnSpPr>
              <p:cNvPr id="463" name="Google Shape;463;p8"/>
              <p:cNvCxnSpPr>
                <a:stCxn id="460" idx="0"/>
                <a:endCxn id="435" idx="4"/>
              </p:cNvCxnSpPr>
              <p:nvPr/>
            </p:nvCxnSpPr>
            <p:spPr>
              <a:xfrm>
                <a:off x="8412828" y="-1747723"/>
                <a:ext cx="543600" cy="2207400"/>
              </a:xfrm>
              <a:prstGeom prst="straightConnector1">
                <a:avLst/>
              </a:prstGeom>
              <a:noFill/>
              <a:ln w="9525" cap="flat" cmpd="sng">
                <a:solidFill>
                  <a:schemeClr val="dk2"/>
                </a:solidFill>
                <a:prstDash val="solid"/>
                <a:round/>
                <a:headEnd type="none" w="med" len="med"/>
                <a:tailEnd type="none" w="med" len="med"/>
              </a:ln>
            </p:spPr>
          </p:cxnSp>
          <p:cxnSp>
            <p:nvCxnSpPr>
              <p:cNvPr id="464" name="Google Shape;464;p8"/>
              <p:cNvCxnSpPr>
                <a:stCxn id="460" idx="1"/>
                <a:endCxn id="437" idx="5"/>
              </p:cNvCxnSpPr>
              <p:nvPr/>
            </p:nvCxnSpPr>
            <p:spPr>
              <a:xfrm flipH="1">
                <a:off x="7861663" y="-1749738"/>
                <a:ext cx="501300" cy="1686300"/>
              </a:xfrm>
              <a:prstGeom prst="straightConnector1">
                <a:avLst/>
              </a:prstGeom>
              <a:noFill/>
              <a:ln w="9525" cap="flat" cmpd="sng">
                <a:solidFill>
                  <a:schemeClr val="dk2"/>
                </a:solidFill>
                <a:prstDash val="solid"/>
                <a:round/>
                <a:headEnd type="none" w="med" len="med"/>
                <a:tailEnd type="none" w="med" len="med"/>
              </a:ln>
            </p:spPr>
          </p:cxnSp>
          <p:sp>
            <p:nvSpPr>
              <p:cNvPr id="465" name="Google Shape;465;p8"/>
              <p:cNvSpPr/>
              <p:nvPr/>
            </p:nvSpPr>
            <p:spPr>
              <a:xfrm rot="9591490" flipH="1">
                <a:off x="7189341" y="-1500669"/>
                <a:ext cx="194282" cy="194282"/>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466" name="Google Shape;466;p8"/>
              <p:cNvCxnSpPr>
                <a:stCxn id="460" idx="2"/>
                <a:endCxn id="465" idx="6"/>
              </p:cNvCxnSpPr>
              <p:nvPr/>
            </p:nvCxnSpPr>
            <p:spPr>
              <a:xfrm flipH="1">
                <a:off x="7377828" y="-1786423"/>
                <a:ext cx="951300" cy="349500"/>
              </a:xfrm>
              <a:prstGeom prst="straightConnector1">
                <a:avLst/>
              </a:prstGeom>
              <a:noFill/>
              <a:ln w="9525" cap="flat" cmpd="sng">
                <a:solidFill>
                  <a:schemeClr val="dk2"/>
                </a:solidFill>
                <a:prstDash val="solid"/>
                <a:round/>
                <a:headEnd type="none" w="med" len="med"/>
                <a:tailEnd type="none" w="med" len="med"/>
              </a:ln>
            </p:spPr>
          </p:cxnSp>
          <p:cxnSp>
            <p:nvCxnSpPr>
              <p:cNvPr id="467" name="Google Shape;467;p8"/>
              <p:cNvCxnSpPr>
                <a:stCxn id="465" idx="1"/>
                <a:endCxn id="440" idx="5"/>
              </p:cNvCxnSpPr>
              <p:nvPr/>
            </p:nvCxnSpPr>
            <p:spPr>
              <a:xfrm flipH="1">
                <a:off x="6746147" y="-1315387"/>
                <a:ext cx="499500" cy="1349100"/>
              </a:xfrm>
              <a:prstGeom prst="straightConnector1">
                <a:avLst/>
              </a:prstGeom>
              <a:noFill/>
              <a:ln w="9525" cap="flat" cmpd="sng">
                <a:solidFill>
                  <a:schemeClr val="dk2"/>
                </a:solidFill>
                <a:prstDash val="solid"/>
                <a:round/>
                <a:headEnd type="none" w="med" len="med"/>
                <a:tailEnd type="none" w="med" len="med"/>
              </a:ln>
            </p:spPr>
          </p:cxn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68"/>
        <p:cNvGrpSpPr/>
        <p:nvPr/>
      </p:nvGrpSpPr>
      <p:grpSpPr>
        <a:xfrm>
          <a:off x="0" y="0"/>
          <a:ext cx="0" cy="0"/>
          <a:chOff x="0" y="0"/>
          <a:chExt cx="0" cy="0"/>
        </a:xfrm>
      </p:grpSpPr>
      <p:sp>
        <p:nvSpPr>
          <p:cNvPr id="469" name="Google Shape;469;p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70" name="Google Shape;470;p9"/>
          <p:cNvSpPr txBox="1">
            <a:spLocks noGrp="1"/>
          </p:cNvSpPr>
          <p:nvPr>
            <p:ph type="subTitle" idx="1"/>
          </p:nvPr>
        </p:nvSpPr>
        <p:spPr>
          <a:xfrm>
            <a:off x="4731475" y="1256325"/>
            <a:ext cx="3699300" cy="2925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71" name="Google Shape;471;p9"/>
          <p:cNvSpPr txBox="1">
            <a:spLocks noGrp="1"/>
          </p:cNvSpPr>
          <p:nvPr>
            <p:ph type="subTitle" idx="2"/>
          </p:nvPr>
        </p:nvSpPr>
        <p:spPr>
          <a:xfrm>
            <a:off x="720000" y="1256325"/>
            <a:ext cx="3699300" cy="2925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472" name="Google Shape;472;p9"/>
          <p:cNvGrpSpPr/>
          <p:nvPr/>
        </p:nvGrpSpPr>
        <p:grpSpPr>
          <a:xfrm>
            <a:off x="190301" y="174004"/>
            <a:ext cx="8808974" cy="4007621"/>
            <a:chOff x="190301" y="174004"/>
            <a:chExt cx="8808974" cy="4007621"/>
          </a:xfrm>
        </p:grpSpPr>
        <p:grpSp>
          <p:nvGrpSpPr>
            <p:cNvPr id="473" name="Google Shape;473;p9"/>
            <p:cNvGrpSpPr/>
            <p:nvPr/>
          </p:nvGrpSpPr>
          <p:grpSpPr>
            <a:xfrm rot="10800000">
              <a:off x="190301" y="3858950"/>
              <a:ext cx="298275" cy="322675"/>
              <a:chOff x="8667225" y="681525"/>
              <a:chExt cx="298275" cy="322675"/>
            </a:xfrm>
          </p:grpSpPr>
          <p:sp>
            <p:nvSpPr>
              <p:cNvPr id="474" name="Google Shape;474;p9"/>
              <p:cNvSpPr/>
              <p:nvPr/>
            </p:nvSpPr>
            <p:spPr>
              <a:xfrm rot="10800000">
                <a:off x="8667225" y="82162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75" name="Google Shape;475;p9"/>
              <p:cNvSpPr/>
              <p:nvPr/>
            </p:nvSpPr>
            <p:spPr>
              <a:xfrm rot="10800000">
                <a:off x="8825400" y="681525"/>
                <a:ext cx="140100" cy="14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76" name="Google Shape;476;p9"/>
              <p:cNvSpPr/>
              <p:nvPr/>
            </p:nvSpPr>
            <p:spPr>
              <a:xfrm rot="10800000">
                <a:off x="8869800" y="95290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477" name="Google Shape;477;p9"/>
            <p:cNvGrpSpPr/>
            <p:nvPr/>
          </p:nvGrpSpPr>
          <p:grpSpPr>
            <a:xfrm rot="-5139163">
              <a:off x="8591694" y="201328"/>
              <a:ext cx="406266" cy="379191"/>
              <a:chOff x="140150" y="4657175"/>
              <a:chExt cx="406275" cy="379200"/>
            </a:xfrm>
          </p:grpSpPr>
          <p:sp>
            <p:nvSpPr>
              <p:cNvPr id="478" name="Google Shape;478;p9"/>
              <p:cNvSpPr/>
              <p:nvPr/>
            </p:nvSpPr>
            <p:spPr>
              <a:xfrm rot="10800000">
                <a:off x="140150" y="494967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79" name="Google Shape;479;p9"/>
              <p:cNvSpPr/>
              <p:nvPr/>
            </p:nvSpPr>
            <p:spPr>
              <a:xfrm rot="10800000">
                <a:off x="298325" y="4657175"/>
                <a:ext cx="140100" cy="140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80" name="Google Shape;480;p9"/>
              <p:cNvSpPr/>
              <p:nvPr/>
            </p:nvSpPr>
            <p:spPr>
              <a:xfrm rot="10800000">
                <a:off x="495125" y="485235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81" name="Google Shape;481;p9"/>
              <p:cNvSpPr/>
              <p:nvPr/>
            </p:nvSpPr>
            <p:spPr>
              <a:xfrm rot="10800000">
                <a:off x="165050" y="4657175"/>
                <a:ext cx="51300" cy="51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grpSp>
        <p:nvGrpSpPr>
          <p:cNvPr id="482" name="Google Shape;482;p9"/>
          <p:cNvGrpSpPr/>
          <p:nvPr/>
        </p:nvGrpSpPr>
        <p:grpSpPr>
          <a:xfrm>
            <a:off x="115024" y="-2374836"/>
            <a:ext cx="8971639" cy="9741507"/>
            <a:chOff x="115024" y="-2374836"/>
            <a:chExt cx="8971639" cy="9741507"/>
          </a:xfrm>
        </p:grpSpPr>
        <p:grpSp>
          <p:nvGrpSpPr>
            <p:cNvPr id="483" name="Google Shape;483;p9"/>
            <p:cNvGrpSpPr/>
            <p:nvPr/>
          </p:nvGrpSpPr>
          <p:grpSpPr>
            <a:xfrm flipH="1">
              <a:off x="115024" y="-2374836"/>
              <a:ext cx="3687215" cy="3485542"/>
              <a:chOff x="5337386" y="-2374836"/>
              <a:chExt cx="3687215" cy="3485542"/>
            </a:xfrm>
          </p:grpSpPr>
          <p:sp>
            <p:nvSpPr>
              <p:cNvPr id="484" name="Google Shape;484;p9"/>
              <p:cNvSpPr/>
              <p:nvPr/>
            </p:nvSpPr>
            <p:spPr>
              <a:xfrm rot="9698973">
                <a:off x="8256504" y="-2357857"/>
                <a:ext cx="128642" cy="128642"/>
              </a:xfrm>
              <a:prstGeom prst="ellipse">
                <a:avLst/>
              </a:prstGeom>
              <a:solidFill>
                <a:srgbClr val="FFD96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85" name="Google Shape;485;p9"/>
              <p:cNvSpPr/>
              <p:nvPr/>
            </p:nvSpPr>
            <p:spPr>
              <a:xfrm rot="9699868">
                <a:off x="6325487" y="-94127"/>
                <a:ext cx="164028" cy="164028"/>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86" name="Google Shape;486;p9"/>
              <p:cNvSpPr/>
              <p:nvPr/>
            </p:nvSpPr>
            <p:spPr>
              <a:xfrm rot="9695130">
                <a:off x="7230532" y="-1291785"/>
                <a:ext cx="265916" cy="265916"/>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87" name="Google Shape;487;p9"/>
              <p:cNvSpPr/>
              <p:nvPr/>
            </p:nvSpPr>
            <p:spPr>
              <a:xfrm rot="9708981">
                <a:off x="8013809" y="-151576"/>
                <a:ext cx="86521" cy="86521"/>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88" name="Google Shape;488;p9"/>
              <p:cNvSpPr/>
              <p:nvPr/>
            </p:nvSpPr>
            <p:spPr>
              <a:xfrm rot="9699377">
                <a:off x="8889724" y="131264"/>
                <a:ext cx="119155" cy="119155"/>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89" name="Google Shape;489;p9"/>
              <p:cNvSpPr/>
              <p:nvPr/>
            </p:nvSpPr>
            <p:spPr>
              <a:xfrm rot="-9307649">
                <a:off x="7169475" y="191656"/>
                <a:ext cx="86305" cy="86305"/>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90" name="Google Shape;490;p9"/>
              <p:cNvSpPr/>
              <p:nvPr/>
            </p:nvSpPr>
            <p:spPr>
              <a:xfrm rot="9708981">
                <a:off x="7609568" y="-1824766"/>
                <a:ext cx="86521" cy="86521"/>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91" name="Google Shape;491;p9"/>
              <p:cNvSpPr/>
              <p:nvPr/>
            </p:nvSpPr>
            <p:spPr>
              <a:xfrm rot="9698900">
                <a:off x="5354617" y="277974"/>
                <a:ext cx="130539" cy="130539"/>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492" name="Google Shape;492;p9"/>
              <p:cNvCxnSpPr>
                <a:stCxn id="488" idx="5"/>
                <a:endCxn id="487" idx="1"/>
              </p:cNvCxnSpPr>
              <p:nvPr/>
            </p:nvCxnSpPr>
            <p:spPr>
              <a:xfrm rot="10800000">
                <a:off x="8095656" y="-88788"/>
                <a:ext cx="800400" cy="252900"/>
              </a:xfrm>
              <a:prstGeom prst="straightConnector1">
                <a:avLst/>
              </a:prstGeom>
              <a:noFill/>
              <a:ln w="9525" cap="flat" cmpd="sng">
                <a:solidFill>
                  <a:schemeClr val="dk2"/>
                </a:solidFill>
                <a:prstDash val="solid"/>
                <a:round/>
                <a:headEnd type="none" w="med" len="med"/>
                <a:tailEnd type="none" w="med" len="med"/>
              </a:ln>
            </p:spPr>
          </p:cxnSp>
          <p:cxnSp>
            <p:nvCxnSpPr>
              <p:cNvPr id="493" name="Google Shape;493;p9"/>
              <p:cNvCxnSpPr>
                <a:stCxn id="489" idx="4"/>
                <a:endCxn id="487" idx="6"/>
              </p:cNvCxnSpPr>
              <p:nvPr/>
            </p:nvCxnSpPr>
            <p:spPr>
              <a:xfrm rot="10800000" flipH="1">
                <a:off x="7230777" y="-94742"/>
                <a:ext cx="785100" cy="290400"/>
              </a:xfrm>
              <a:prstGeom prst="straightConnector1">
                <a:avLst/>
              </a:prstGeom>
              <a:noFill/>
              <a:ln w="9525" cap="flat" cmpd="sng">
                <a:solidFill>
                  <a:schemeClr val="dk2"/>
                </a:solidFill>
                <a:prstDash val="solid"/>
                <a:round/>
                <a:headEnd type="none" w="med" len="med"/>
                <a:tailEnd type="none" w="med" len="med"/>
              </a:ln>
            </p:spPr>
          </p:cxnSp>
          <p:cxnSp>
            <p:nvCxnSpPr>
              <p:cNvPr id="494" name="Google Shape;494;p9"/>
              <p:cNvCxnSpPr>
                <a:stCxn id="484" idx="0"/>
                <a:endCxn id="488" idx="4"/>
              </p:cNvCxnSpPr>
              <p:nvPr/>
            </p:nvCxnSpPr>
            <p:spPr>
              <a:xfrm>
                <a:off x="8341075" y="-2232486"/>
                <a:ext cx="589500" cy="2366700"/>
              </a:xfrm>
              <a:prstGeom prst="straightConnector1">
                <a:avLst/>
              </a:prstGeom>
              <a:noFill/>
              <a:ln w="9525" cap="flat" cmpd="sng">
                <a:solidFill>
                  <a:schemeClr val="dk2"/>
                </a:solidFill>
                <a:prstDash val="solid"/>
                <a:round/>
                <a:headEnd type="none" w="med" len="med"/>
                <a:tailEnd type="none" w="med" len="med"/>
              </a:ln>
            </p:spPr>
          </p:cxnSp>
          <p:cxnSp>
            <p:nvCxnSpPr>
              <p:cNvPr id="495" name="Google Shape;495;p9"/>
              <p:cNvCxnSpPr>
                <a:stCxn id="488" idx="6"/>
                <a:endCxn id="489" idx="2"/>
              </p:cNvCxnSpPr>
              <p:nvPr/>
            </p:nvCxnSpPr>
            <p:spPr>
              <a:xfrm flipH="1">
                <a:off x="7251752" y="209591"/>
                <a:ext cx="1641000" cy="43500"/>
              </a:xfrm>
              <a:prstGeom prst="straightConnector1">
                <a:avLst/>
              </a:prstGeom>
              <a:noFill/>
              <a:ln w="9525" cap="flat" cmpd="sng">
                <a:solidFill>
                  <a:schemeClr val="dk2"/>
                </a:solidFill>
                <a:prstDash val="solid"/>
                <a:round/>
                <a:headEnd type="none" w="med" len="med"/>
                <a:tailEnd type="none" w="med" len="med"/>
              </a:ln>
            </p:spPr>
          </p:cxnSp>
          <p:cxnSp>
            <p:nvCxnSpPr>
              <p:cNvPr id="496" name="Google Shape;496;p9"/>
              <p:cNvCxnSpPr>
                <a:stCxn id="489" idx="6"/>
                <a:endCxn id="485" idx="1"/>
              </p:cNvCxnSpPr>
              <p:nvPr/>
            </p:nvCxnSpPr>
            <p:spPr>
              <a:xfrm rot="10800000">
                <a:off x="6480777" y="24658"/>
                <a:ext cx="692700" cy="192000"/>
              </a:xfrm>
              <a:prstGeom prst="straightConnector1">
                <a:avLst/>
              </a:prstGeom>
              <a:noFill/>
              <a:ln w="9525" cap="flat" cmpd="sng">
                <a:solidFill>
                  <a:schemeClr val="dk2"/>
                </a:solidFill>
                <a:prstDash val="solid"/>
                <a:round/>
                <a:headEnd type="none" w="med" len="med"/>
                <a:tailEnd type="none" w="med" len="med"/>
              </a:ln>
            </p:spPr>
          </p:cxnSp>
          <p:cxnSp>
            <p:nvCxnSpPr>
              <p:cNvPr id="497" name="Google Shape;497;p9"/>
              <p:cNvCxnSpPr>
                <a:stCxn id="487" idx="6"/>
                <a:endCxn id="485" idx="1"/>
              </p:cNvCxnSpPr>
              <p:nvPr/>
            </p:nvCxnSpPr>
            <p:spPr>
              <a:xfrm flipH="1">
                <a:off x="6480870" y="-94816"/>
                <a:ext cx="1535100" cy="119400"/>
              </a:xfrm>
              <a:prstGeom prst="straightConnector1">
                <a:avLst/>
              </a:prstGeom>
              <a:noFill/>
              <a:ln w="9525" cap="flat" cmpd="sng">
                <a:solidFill>
                  <a:schemeClr val="dk2"/>
                </a:solidFill>
                <a:prstDash val="solid"/>
                <a:round/>
                <a:headEnd type="none" w="med" len="med"/>
                <a:tailEnd type="none" w="med" len="med"/>
              </a:ln>
            </p:spPr>
          </p:cxnSp>
          <p:cxnSp>
            <p:nvCxnSpPr>
              <p:cNvPr id="498" name="Google Shape;498;p9"/>
              <p:cNvCxnSpPr>
                <a:stCxn id="484" idx="6"/>
                <a:endCxn id="490" idx="3"/>
              </p:cNvCxnSpPr>
              <p:nvPr/>
            </p:nvCxnSpPr>
            <p:spPr>
              <a:xfrm flipH="1">
                <a:off x="7672375" y="-2273286"/>
                <a:ext cx="587400" cy="453300"/>
              </a:xfrm>
              <a:prstGeom prst="straightConnector1">
                <a:avLst/>
              </a:prstGeom>
              <a:noFill/>
              <a:ln w="9525" cap="flat" cmpd="sng">
                <a:solidFill>
                  <a:schemeClr val="dk2"/>
                </a:solidFill>
                <a:prstDash val="solid"/>
                <a:round/>
                <a:headEnd type="none" w="med" len="med"/>
                <a:tailEnd type="none" w="med" len="med"/>
              </a:ln>
            </p:spPr>
          </p:cxnSp>
          <p:cxnSp>
            <p:nvCxnSpPr>
              <p:cNvPr id="499" name="Google Shape;499;p9"/>
              <p:cNvCxnSpPr>
                <a:stCxn id="484" idx="7"/>
                <a:endCxn id="487" idx="4"/>
              </p:cNvCxnSpPr>
              <p:nvPr/>
            </p:nvCxnSpPr>
            <p:spPr>
              <a:xfrm flipH="1">
                <a:off x="8043575" y="-2236048"/>
                <a:ext cx="248400" cy="2086500"/>
              </a:xfrm>
              <a:prstGeom prst="straightConnector1">
                <a:avLst/>
              </a:prstGeom>
              <a:noFill/>
              <a:ln w="9525" cap="flat" cmpd="sng">
                <a:solidFill>
                  <a:schemeClr val="dk2"/>
                </a:solidFill>
                <a:prstDash val="solid"/>
                <a:round/>
                <a:headEnd type="none" w="med" len="med"/>
                <a:tailEnd type="none" w="med" len="med"/>
              </a:ln>
            </p:spPr>
          </p:cxnSp>
          <p:cxnSp>
            <p:nvCxnSpPr>
              <p:cNvPr id="500" name="Google Shape;500;p9"/>
              <p:cNvCxnSpPr>
                <a:stCxn id="490" idx="7"/>
                <a:endCxn id="486" idx="3"/>
              </p:cNvCxnSpPr>
              <p:nvPr/>
            </p:nvCxnSpPr>
            <p:spPr>
              <a:xfrm flipH="1">
                <a:off x="7423012" y="-1742897"/>
                <a:ext cx="210300" cy="465300"/>
              </a:xfrm>
              <a:prstGeom prst="straightConnector1">
                <a:avLst/>
              </a:prstGeom>
              <a:noFill/>
              <a:ln w="9525" cap="flat" cmpd="sng">
                <a:solidFill>
                  <a:schemeClr val="dk2"/>
                </a:solidFill>
                <a:prstDash val="solid"/>
                <a:round/>
                <a:headEnd type="none" w="med" len="med"/>
                <a:tailEnd type="none" w="med" len="med"/>
              </a:ln>
            </p:spPr>
          </p:cxnSp>
          <p:cxnSp>
            <p:nvCxnSpPr>
              <p:cNvPr id="501" name="Google Shape;501;p9"/>
              <p:cNvCxnSpPr>
                <a:stCxn id="486" idx="0"/>
                <a:endCxn id="487" idx="4"/>
              </p:cNvCxnSpPr>
              <p:nvPr/>
            </p:nvCxnSpPr>
            <p:spPr>
              <a:xfrm>
                <a:off x="7405490" y="-1032677"/>
                <a:ext cx="638100" cy="883200"/>
              </a:xfrm>
              <a:prstGeom prst="straightConnector1">
                <a:avLst/>
              </a:prstGeom>
              <a:noFill/>
              <a:ln w="9525" cap="flat" cmpd="sng">
                <a:solidFill>
                  <a:schemeClr val="dk2"/>
                </a:solidFill>
                <a:prstDash val="solid"/>
                <a:round/>
                <a:headEnd type="none" w="med" len="med"/>
                <a:tailEnd type="none" w="med" len="med"/>
              </a:ln>
            </p:spPr>
          </p:cxnSp>
          <p:cxnSp>
            <p:nvCxnSpPr>
              <p:cNvPr id="502" name="Google Shape;502;p9"/>
              <p:cNvCxnSpPr>
                <a:stCxn id="491" idx="2"/>
                <a:endCxn id="485" idx="6"/>
              </p:cNvCxnSpPr>
              <p:nvPr/>
            </p:nvCxnSpPr>
            <p:spPr>
              <a:xfrm rot="10800000" flipH="1">
                <a:off x="5481836" y="13694"/>
                <a:ext cx="847800" cy="309000"/>
              </a:xfrm>
              <a:prstGeom prst="straightConnector1">
                <a:avLst/>
              </a:prstGeom>
              <a:noFill/>
              <a:ln w="9525" cap="flat" cmpd="sng">
                <a:solidFill>
                  <a:schemeClr val="dk2"/>
                </a:solidFill>
                <a:prstDash val="solid"/>
                <a:round/>
                <a:headEnd type="none" w="med" len="med"/>
                <a:tailEnd type="none" w="med" len="med"/>
              </a:ln>
            </p:spPr>
          </p:cxnSp>
          <p:cxnSp>
            <p:nvCxnSpPr>
              <p:cNvPr id="503" name="Google Shape;503;p9"/>
              <p:cNvCxnSpPr>
                <a:stCxn id="489" idx="7"/>
                <a:endCxn id="491" idx="1"/>
              </p:cNvCxnSpPr>
              <p:nvPr/>
            </p:nvCxnSpPr>
            <p:spPr>
              <a:xfrm flipH="1">
                <a:off x="5478310" y="249658"/>
                <a:ext cx="1693800" cy="123000"/>
              </a:xfrm>
              <a:prstGeom prst="straightConnector1">
                <a:avLst/>
              </a:prstGeom>
              <a:noFill/>
              <a:ln w="9525" cap="flat" cmpd="sng">
                <a:solidFill>
                  <a:schemeClr val="dk2"/>
                </a:solidFill>
                <a:prstDash val="solid"/>
                <a:round/>
                <a:headEnd type="none" w="med" len="med"/>
                <a:tailEnd type="none" w="med" len="med"/>
              </a:ln>
            </p:spPr>
          </p:cxnSp>
          <p:sp>
            <p:nvSpPr>
              <p:cNvPr id="504" name="Google Shape;504;p9"/>
              <p:cNvSpPr/>
              <p:nvPr/>
            </p:nvSpPr>
            <p:spPr>
              <a:xfrm rot="9708981">
                <a:off x="6280042" y="-655695"/>
                <a:ext cx="86521" cy="86521"/>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505" name="Google Shape;505;p9"/>
              <p:cNvCxnSpPr>
                <a:stCxn id="491" idx="3"/>
                <a:endCxn id="504" idx="6"/>
              </p:cNvCxnSpPr>
              <p:nvPr/>
            </p:nvCxnSpPr>
            <p:spPr>
              <a:xfrm rot="10800000" flipH="1">
                <a:off x="5449161" y="-598892"/>
                <a:ext cx="833100" cy="883800"/>
              </a:xfrm>
              <a:prstGeom prst="straightConnector1">
                <a:avLst/>
              </a:prstGeom>
              <a:noFill/>
              <a:ln w="9525" cap="flat" cmpd="sng">
                <a:solidFill>
                  <a:schemeClr val="dk2"/>
                </a:solidFill>
                <a:prstDash val="solid"/>
                <a:round/>
                <a:headEnd type="none" w="med" len="med"/>
                <a:tailEnd type="none" w="med" len="med"/>
              </a:ln>
            </p:spPr>
          </p:cxnSp>
          <p:cxnSp>
            <p:nvCxnSpPr>
              <p:cNvPr id="506" name="Google Shape;506;p9"/>
              <p:cNvCxnSpPr>
                <a:stCxn id="504" idx="2"/>
                <a:endCxn id="486" idx="6"/>
              </p:cNvCxnSpPr>
              <p:nvPr/>
            </p:nvCxnSpPr>
            <p:spPr>
              <a:xfrm rot="10800000" flipH="1">
                <a:off x="6364402" y="-1116735"/>
                <a:ext cx="873000" cy="490800"/>
              </a:xfrm>
              <a:prstGeom prst="straightConnector1">
                <a:avLst/>
              </a:prstGeom>
              <a:noFill/>
              <a:ln w="9525" cap="flat" cmpd="sng">
                <a:solidFill>
                  <a:schemeClr val="dk2"/>
                </a:solidFill>
                <a:prstDash val="solid"/>
                <a:round/>
                <a:headEnd type="none" w="med" len="med"/>
                <a:tailEnd type="none" w="med" len="med"/>
              </a:ln>
            </p:spPr>
          </p:cxnSp>
          <p:cxnSp>
            <p:nvCxnSpPr>
              <p:cNvPr id="507" name="Google Shape;507;p9"/>
              <p:cNvCxnSpPr>
                <a:stCxn id="504" idx="0"/>
                <a:endCxn id="485" idx="4"/>
              </p:cNvCxnSpPr>
              <p:nvPr/>
            </p:nvCxnSpPr>
            <p:spPr>
              <a:xfrm>
                <a:off x="6336802" y="-571335"/>
                <a:ext cx="45000" cy="481500"/>
              </a:xfrm>
              <a:prstGeom prst="straightConnector1">
                <a:avLst/>
              </a:prstGeom>
              <a:noFill/>
              <a:ln w="9525" cap="flat" cmpd="sng">
                <a:solidFill>
                  <a:schemeClr val="dk2"/>
                </a:solidFill>
                <a:prstDash val="solid"/>
                <a:round/>
                <a:headEnd type="none" w="med" len="med"/>
                <a:tailEnd type="none" w="med" len="med"/>
              </a:ln>
            </p:spPr>
          </p:cxnSp>
          <p:cxnSp>
            <p:nvCxnSpPr>
              <p:cNvPr id="508" name="Google Shape;508;p9"/>
              <p:cNvCxnSpPr>
                <a:stCxn id="504" idx="1"/>
                <a:endCxn id="487" idx="5"/>
              </p:cNvCxnSpPr>
              <p:nvPr/>
            </p:nvCxnSpPr>
            <p:spPr>
              <a:xfrm>
                <a:off x="6361911" y="-592919"/>
                <a:ext cx="1656600" cy="465000"/>
              </a:xfrm>
              <a:prstGeom prst="straightConnector1">
                <a:avLst/>
              </a:prstGeom>
              <a:noFill/>
              <a:ln w="9525" cap="flat" cmpd="sng">
                <a:solidFill>
                  <a:schemeClr val="dk2"/>
                </a:solidFill>
                <a:prstDash val="solid"/>
                <a:round/>
                <a:headEnd type="none" w="med" len="med"/>
                <a:tailEnd type="none" w="med" len="med"/>
              </a:ln>
            </p:spPr>
          </p:cxnSp>
          <p:sp>
            <p:nvSpPr>
              <p:cNvPr id="509" name="Google Shape;509;p9"/>
              <p:cNvSpPr/>
              <p:nvPr/>
            </p:nvSpPr>
            <p:spPr>
              <a:xfrm rot="9698973">
                <a:off x="7912582" y="-1816833"/>
                <a:ext cx="128642" cy="128642"/>
              </a:xfrm>
              <a:prstGeom prst="ellipse">
                <a:avLst/>
              </a:prstGeom>
              <a:solidFill>
                <a:srgbClr val="86CF6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510" name="Google Shape;510;p9"/>
              <p:cNvCxnSpPr>
                <a:stCxn id="486" idx="2"/>
                <a:endCxn id="509" idx="7"/>
              </p:cNvCxnSpPr>
              <p:nvPr/>
            </p:nvCxnSpPr>
            <p:spPr>
              <a:xfrm rot="10800000" flipH="1">
                <a:off x="7489640" y="-1694927"/>
                <a:ext cx="458400" cy="494100"/>
              </a:xfrm>
              <a:prstGeom prst="straightConnector1">
                <a:avLst/>
              </a:prstGeom>
              <a:noFill/>
              <a:ln w="9525" cap="flat" cmpd="sng">
                <a:solidFill>
                  <a:schemeClr val="dk2"/>
                </a:solidFill>
                <a:prstDash val="solid"/>
                <a:round/>
                <a:headEnd type="none" w="med" len="med"/>
                <a:tailEnd type="none" w="med" len="med"/>
              </a:ln>
            </p:spPr>
          </p:cxnSp>
          <p:cxnSp>
            <p:nvCxnSpPr>
              <p:cNvPr id="511" name="Google Shape;511;p9"/>
              <p:cNvCxnSpPr>
                <a:stCxn id="509" idx="3"/>
                <a:endCxn id="484" idx="7"/>
              </p:cNvCxnSpPr>
              <p:nvPr/>
            </p:nvCxnSpPr>
            <p:spPr>
              <a:xfrm rot="10800000" flipH="1">
                <a:off x="8005753" y="-2236000"/>
                <a:ext cx="286200" cy="426000"/>
              </a:xfrm>
              <a:prstGeom prst="straightConnector1">
                <a:avLst/>
              </a:prstGeom>
              <a:noFill/>
              <a:ln w="9525" cap="flat" cmpd="sng">
                <a:solidFill>
                  <a:schemeClr val="dk2"/>
                </a:solidFill>
                <a:prstDash val="solid"/>
                <a:round/>
                <a:headEnd type="none" w="med" len="med"/>
                <a:tailEnd type="none" w="med" len="med"/>
              </a:ln>
            </p:spPr>
          </p:cxnSp>
          <p:cxnSp>
            <p:nvCxnSpPr>
              <p:cNvPr id="512" name="Google Shape;512;p9"/>
              <p:cNvCxnSpPr>
                <a:stCxn id="487" idx="4"/>
                <a:endCxn id="509" idx="0"/>
              </p:cNvCxnSpPr>
              <p:nvPr/>
            </p:nvCxnSpPr>
            <p:spPr>
              <a:xfrm rot="10800000">
                <a:off x="7997070" y="-1691416"/>
                <a:ext cx="46500" cy="1542000"/>
              </a:xfrm>
              <a:prstGeom prst="straightConnector1">
                <a:avLst/>
              </a:prstGeom>
              <a:noFill/>
              <a:ln w="9525" cap="flat" cmpd="sng">
                <a:solidFill>
                  <a:schemeClr val="dk2"/>
                </a:solidFill>
                <a:prstDash val="solid"/>
                <a:round/>
                <a:headEnd type="none" w="med" len="med"/>
                <a:tailEnd type="none" w="med" len="med"/>
              </a:ln>
            </p:spPr>
          </p:cxnSp>
          <p:sp>
            <p:nvSpPr>
              <p:cNvPr id="513" name="Google Shape;513;p9"/>
              <p:cNvSpPr/>
              <p:nvPr/>
            </p:nvSpPr>
            <p:spPr>
              <a:xfrm rot="9700738">
                <a:off x="8739027" y="840659"/>
                <a:ext cx="238594" cy="238594"/>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514" name="Google Shape;514;p9"/>
              <p:cNvCxnSpPr>
                <a:stCxn id="487" idx="0"/>
                <a:endCxn id="513" idx="4"/>
              </p:cNvCxnSpPr>
              <p:nvPr/>
            </p:nvCxnSpPr>
            <p:spPr>
              <a:xfrm>
                <a:off x="8070570" y="-67216"/>
                <a:ext cx="750300" cy="913800"/>
              </a:xfrm>
              <a:prstGeom prst="straightConnector1">
                <a:avLst/>
              </a:prstGeom>
              <a:noFill/>
              <a:ln w="9525" cap="flat" cmpd="sng">
                <a:solidFill>
                  <a:schemeClr val="dk2"/>
                </a:solidFill>
                <a:prstDash val="solid"/>
                <a:round/>
                <a:headEnd type="none" w="med" len="med"/>
                <a:tailEnd type="none" w="med" len="med"/>
              </a:ln>
            </p:spPr>
          </p:cxnSp>
          <p:cxnSp>
            <p:nvCxnSpPr>
              <p:cNvPr id="515" name="Google Shape;515;p9"/>
              <p:cNvCxnSpPr>
                <a:stCxn id="488" idx="7"/>
                <a:endCxn id="513" idx="3"/>
              </p:cNvCxnSpPr>
              <p:nvPr/>
            </p:nvCxnSpPr>
            <p:spPr>
              <a:xfrm flipH="1">
                <a:off x="8911773" y="244086"/>
                <a:ext cx="10800" cy="609300"/>
              </a:xfrm>
              <a:prstGeom prst="straightConnector1">
                <a:avLst/>
              </a:prstGeom>
              <a:noFill/>
              <a:ln w="9525" cap="flat" cmpd="sng">
                <a:solidFill>
                  <a:schemeClr val="dk2"/>
                </a:solidFill>
                <a:prstDash val="solid"/>
                <a:round/>
                <a:headEnd type="none" w="med" len="med"/>
                <a:tailEnd type="none" w="med" len="med"/>
              </a:ln>
            </p:spPr>
          </p:cxnSp>
        </p:grpSp>
        <p:grpSp>
          <p:nvGrpSpPr>
            <p:cNvPr id="516" name="Google Shape;516;p9"/>
            <p:cNvGrpSpPr/>
            <p:nvPr/>
          </p:nvGrpSpPr>
          <p:grpSpPr>
            <a:xfrm>
              <a:off x="4731484" y="3852908"/>
              <a:ext cx="4355179" cy="3513764"/>
              <a:chOff x="720009" y="3852908"/>
              <a:chExt cx="4355179" cy="3513764"/>
            </a:xfrm>
          </p:grpSpPr>
          <p:sp>
            <p:nvSpPr>
              <p:cNvPr id="517" name="Google Shape;517;p9"/>
              <p:cNvSpPr/>
              <p:nvPr/>
            </p:nvSpPr>
            <p:spPr>
              <a:xfrm rot="8759498">
                <a:off x="4842687" y="3890706"/>
                <a:ext cx="194703" cy="194703"/>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18" name="Google Shape;518;p9"/>
              <p:cNvSpPr/>
              <p:nvPr/>
            </p:nvSpPr>
            <p:spPr>
              <a:xfrm rot="8759498">
                <a:off x="2275964" y="6863806"/>
                <a:ext cx="194703" cy="194703"/>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19" name="Google Shape;519;p9"/>
              <p:cNvSpPr/>
              <p:nvPr/>
            </p:nvSpPr>
            <p:spPr>
              <a:xfrm rot="8760064">
                <a:off x="1605200" y="4894668"/>
                <a:ext cx="401304" cy="401304"/>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20" name="Google Shape;520;p9"/>
              <p:cNvSpPr/>
              <p:nvPr/>
            </p:nvSpPr>
            <p:spPr>
              <a:xfrm rot="8752287">
                <a:off x="3601108" y="6091497"/>
                <a:ext cx="130469" cy="130469"/>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21" name="Google Shape;521;p9"/>
              <p:cNvSpPr/>
              <p:nvPr/>
            </p:nvSpPr>
            <p:spPr>
              <a:xfrm rot="8754177">
                <a:off x="4682827" y="4819876"/>
                <a:ext cx="210847" cy="210847"/>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22" name="Google Shape;522;p9"/>
              <p:cNvSpPr/>
              <p:nvPr/>
            </p:nvSpPr>
            <p:spPr>
              <a:xfrm rot="8752287">
                <a:off x="3494792" y="7210837"/>
                <a:ext cx="130469" cy="130469"/>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23" name="Google Shape;523;p9"/>
              <p:cNvSpPr/>
              <p:nvPr/>
            </p:nvSpPr>
            <p:spPr>
              <a:xfrm rot="8752287">
                <a:off x="3265787" y="4938959"/>
                <a:ext cx="130469" cy="130469"/>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24" name="Google Shape;524;p9"/>
              <p:cNvSpPr/>
              <p:nvPr/>
            </p:nvSpPr>
            <p:spPr>
              <a:xfrm rot="8754847">
                <a:off x="1467743" y="6207539"/>
                <a:ext cx="96354" cy="96354"/>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525" name="Google Shape;525;p9"/>
              <p:cNvCxnSpPr>
                <a:stCxn id="522" idx="4"/>
                <a:endCxn id="520" idx="0"/>
              </p:cNvCxnSpPr>
              <p:nvPr/>
            </p:nvCxnSpPr>
            <p:spPr>
              <a:xfrm rot="10800000" flipH="1">
                <a:off x="3523426" y="6210771"/>
                <a:ext cx="179400" cy="1011300"/>
              </a:xfrm>
              <a:prstGeom prst="straightConnector1">
                <a:avLst/>
              </a:prstGeom>
              <a:noFill/>
              <a:ln w="9525" cap="flat" cmpd="sng">
                <a:solidFill>
                  <a:schemeClr val="dk2"/>
                </a:solidFill>
                <a:prstDash val="solid"/>
                <a:round/>
                <a:headEnd type="none" w="med" len="med"/>
                <a:tailEnd type="none" w="med" len="med"/>
              </a:ln>
            </p:spPr>
          </p:cxnSp>
          <p:cxnSp>
            <p:nvCxnSpPr>
              <p:cNvPr id="526" name="Google Shape;526;p9"/>
              <p:cNvCxnSpPr>
                <a:stCxn id="517" idx="7"/>
                <a:endCxn id="521" idx="3"/>
              </p:cNvCxnSpPr>
              <p:nvPr/>
            </p:nvCxnSpPr>
            <p:spPr>
              <a:xfrm flipH="1">
                <a:off x="4808077" y="4083623"/>
                <a:ext cx="113400" cy="738300"/>
              </a:xfrm>
              <a:prstGeom prst="straightConnector1">
                <a:avLst/>
              </a:prstGeom>
              <a:noFill/>
              <a:ln w="9525" cap="flat" cmpd="sng">
                <a:solidFill>
                  <a:schemeClr val="dk2"/>
                </a:solidFill>
                <a:prstDash val="solid"/>
                <a:round/>
                <a:headEnd type="none" w="med" len="med"/>
                <a:tailEnd type="none" w="med" len="med"/>
              </a:ln>
            </p:spPr>
          </p:cxnSp>
          <p:cxnSp>
            <p:nvCxnSpPr>
              <p:cNvPr id="527" name="Google Shape;527;p9"/>
              <p:cNvCxnSpPr>
                <a:stCxn id="521" idx="7"/>
                <a:endCxn id="522" idx="2"/>
              </p:cNvCxnSpPr>
              <p:nvPr/>
            </p:nvCxnSpPr>
            <p:spPr>
              <a:xfrm flipH="1">
                <a:off x="3613910" y="5028820"/>
                <a:ext cx="1154400" cy="2210700"/>
              </a:xfrm>
              <a:prstGeom prst="straightConnector1">
                <a:avLst/>
              </a:prstGeom>
              <a:noFill/>
              <a:ln w="9525" cap="flat" cmpd="sng">
                <a:solidFill>
                  <a:schemeClr val="dk2"/>
                </a:solidFill>
                <a:prstDash val="solid"/>
                <a:round/>
                <a:headEnd type="none" w="med" len="med"/>
                <a:tailEnd type="none" w="med" len="med"/>
              </a:ln>
            </p:spPr>
          </p:cxnSp>
          <p:cxnSp>
            <p:nvCxnSpPr>
              <p:cNvPr id="528" name="Google Shape;528;p9"/>
              <p:cNvCxnSpPr>
                <a:stCxn id="522" idx="6"/>
                <a:endCxn id="518" idx="1"/>
              </p:cNvCxnSpPr>
              <p:nvPr/>
            </p:nvCxnSpPr>
            <p:spPr>
              <a:xfrm rot="10800000">
                <a:off x="2468926" y="6979671"/>
                <a:ext cx="1037100" cy="333000"/>
              </a:xfrm>
              <a:prstGeom prst="straightConnector1">
                <a:avLst/>
              </a:prstGeom>
              <a:noFill/>
              <a:ln w="9525" cap="flat" cmpd="sng">
                <a:solidFill>
                  <a:schemeClr val="dk2"/>
                </a:solidFill>
                <a:prstDash val="solid"/>
                <a:round/>
                <a:headEnd type="none" w="med" len="med"/>
                <a:tailEnd type="none" w="med" len="med"/>
              </a:ln>
            </p:spPr>
          </p:cxnSp>
          <p:cxnSp>
            <p:nvCxnSpPr>
              <p:cNvPr id="529" name="Google Shape;529;p9"/>
              <p:cNvCxnSpPr>
                <a:stCxn id="520" idx="7"/>
                <a:endCxn id="518" idx="3"/>
              </p:cNvCxnSpPr>
              <p:nvPr/>
            </p:nvCxnSpPr>
            <p:spPr>
              <a:xfrm flipH="1">
                <a:off x="2391939" y="6220795"/>
                <a:ext cx="1262100" cy="644700"/>
              </a:xfrm>
              <a:prstGeom prst="straightConnector1">
                <a:avLst/>
              </a:prstGeom>
              <a:noFill/>
              <a:ln w="9525" cap="flat" cmpd="sng">
                <a:solidFill>
                  <a:schemeClr val="dk2"/>
                </a:solidFill>
                <a:prstDash val="solid"/>
                <a:round/>
                <a:headEnd type="none" w="med" len="med"/>
                <a:tailEnd type="none" w="med" len="med"/>
              </a:ln>
            </p:spPr>
          </p:cxnSp>
          <p:cxnSp>
            <p:nvCxnSpPr>
              <p:cNvPr id="530" name="Google Shape;530;p9"/>
              <p:cNvCxnSpPr>
                <a:stCxn id="517" idx="6"/>
                <a:endCxn id="523" idx="2"/>
              </p:cNvCxnSpPr>
              <p:nvPr/>
            </p:nvCxnSpPr>
            <p:spPr>
              <a:xfrm flipH="1">
                <a:off x="3385138" y="4042508"/>
                <a:ext cx="1474200" cy="925200"/>
              </a:xfrm>
              <a:prstGeom prst="straightConnector1">
                <a:avLst/>
              </a:prstGeom>
              <a:noFill/>
              <a:ln w="9525" cap="flat" cmpd="sng">
                <a:solidFill>
                  <a:schemeClr val="dk2"/>
                </a:solidFill>
                <a:prstDash val="solid"/>
                <a:round/>
                <a:headEnd type="none" w="med" len="med"/>
                <a:tailEnd type="none" w="med" len="med"/>
              </a:ln>
            </p:spPr>
          </p:cxnSp>
          <p:cxnSp>
            <p:nvCxnSpPr>
              <p:cNvPr id="531" name="Google Shape;531;p9"/>
              <p:cNvCxnSpPr>
                <a:stCxn id="523" idx="0"/>
                <a:endCxn id="520" idx="2"/>
              </p:cNvCxnSpPr>
              <p:nvPr/>
            </p:nvCxnSpPr>
            <p:spPr>
              <a:xfrm>
                <a:off x="3367622" y="5058194"/>
                <a:ext cx="352800" cy="1062000"/>
              </a:xfrm>
              <a:prstGeom prst="straightConnector1">
                <a:avLst/>
              </a:prstGeom>
              <a:noFill/>
              <a:ln w="9525" cap="flat" cmpd="sng">
                <a:solidFill>
                  <a:schemeClr val="dk2"/>
                </a:solidFill>
                <a:prstDash val="solid"/>
                <a:round/>
                <a:headEnd type="none" w="med" len="med"/>
                <a:tailEnd type="none" w="med" len="med"/>
              </a:ln>
            </p:spPr>
          </p:cxnSp>
          <p:cxnSp>
            <p:nvCxnSpPr>
              <p:cNvPr id="532" name="Google Shape;532;p9"/>
              <p:cNvCxnSpPr>
                <a:stCxn id="523" idx="5"/>
                <a:endCxn id="519" idx="1"/>
              </p:cNvCxnSpPr>
              <p:nvPr/>
            </p:nvCxnSpPr>
            <p:spPr>
              <a:xfrm flipH="1">
                <a:off x="2002758" y="4991890"/>
                <a:ext cx="1264200" cy="141600"/>
              </a:xfrm>
              <a:prstGeom prst="straightConnector1">
                <a:avLst/>
              </a:prstGeom>
              <a:noFill/>
              <a:ln w="9525" cap="flat" cmpd="sng">
                <a:solidFill>
                  <a:schemeClr val="dk2"/>
                </a:solidFill>
                <a:prstDash val="solid"/>
                <a:round/>
                <a:headEnd type="none" w="med" len="med"/>
                <a:tailEnd type="none" w="med" len="med"/>
              </a:ln>
            </p:spPr>
          </p:cxnSp>
          <p:cxnSp>
            <p:nvCxnSpPr>
              <p:cNvPr id="533" name="Google Shape;533;p9"/>
              <p:cNvCxnSpPr>
                <a:stCxn id="519" idx="0"/>
                <a:endCxn id="520" idx="5"/>
              </p:cNvCxnSpPr>
              <p:nvPr/>
            </p:nvCxnSpPr>
            <p:spPr>
              <a:xfrm>
                <a:off x="1918052" y="5261670"/>
                <a:ext cx="1684200" cy="882900"/>
              </a:xfrm>
              <a:prstGeom prst="straightConnector1">
                <a:avLst/>
              </a:prstGeom>
              <a:noFill/>
              <a:ln w="9525" cap="flat" cmpd="sng">
                <a:solidFill>
                  <a:schemeClr val="dk2"/>
                </a:solidFill>
                <a:prstDash val="solid"/>
                <a:round/>
                <a:headEnd type="none" w="med" len="med"/>
                <a:tailEnd type="none" w="med" len="med"/>
              </a:ln>
            </p:spPr>
          </p:cxnSp>
          <p:cxnSp>
            <p:nvCxnSpPr>
              <p:cNvPr id="534" name="Google Shape;534;p9"/>
              <p:cNvCxnSpPr>
                <a:stCxn id="519" idx="7"/>
                <a:endCxn id="524" idx="3"/>
              </p:cNvCxnSpPr>
              <p:nvPr/>
            </p:nvCxnSpPr>
            <p:spPr>
              <a:xfrm flipH="1">
                <a:off x="1525162" y="5292284"/>
                <a:ext cx="242400" cy="916200"/>
              </a:xfrm>
              <a:prstGeom prst="straightConnector1">
                <a:avLst/>
              </a:prstGeom>
              <a:noFill/>
              <a:ln w="9525" cap="flat" cmpd="sng">
                <a:solidFill>
                  <a:schemeClr val="dk2"/>
                </a:solidFill>
                <a:prstDash val="solid"/>
                <a:round/>
                <a:headEnd type="none" w="med" len="med"/>
                <a:tailEnd type="none" w="med" len="med"/>
              </a:ln>
            </p:spPr>
          </p:cxnSp>
          <p:cxnSp>
            <p:nvCxnSpPr>
              <p:cNvPr id="535" name="Google Shape;535;p9"/>
              <p:cNvCxnSpPr>
                <a:stCxn id="520" idx="6"/>
                <a:endCxn id="524" idx="2"/>
              </p:cNvCxnSpPr>
              <p:nvPr/>
            </p:nvCxnSpPr>
            <p:spPr>
              <a:xfrm flipH="1">
                <a:off x="1555843" y="6193331"/>
                <a:ext cx="2056500" cy="35400"/>
              </a:xfrm>
              <a:prstGeom prst="straightConnector1">
                <a:avLst/>
              </a:prstGeom>
              <a:noFill/>
              <a:ln w="9525" cap="flat" cmpd="sng">
                <a:solidFill>
                  <a:schemeClr val="dk2"/>
                </a:solidFill>
                <a:prstDash val="solid"/>
                <a:round/>
                <a:headEnd type="none" w="med" len="med"/>
                <a:tailEnd type="none" w="med" len="med"/>
              </a:ln>
            </p:spPr>
          </p:cxnSp>
          <p:cxnSp>
            <p:nvCxnSpPr>
              <p:cNvPr id="536" name="Google Shape;536;p9"/>
              <p:cNvCxnSpPr>
                <a:stCxn id="524" idx="0"/>
                <a:endCxn id="518" idx="4"/>
              </p:cNvCxnSpPr>
              <p:nvPr/>
            </p:nvCxnSpPr>
            <p:spPr>
              <a:xfrm>
                <a:off x="1542920" y="6295616"/>
                <a:ext cx="775800" cy="584700"/>
              </a:xfrm>
              <a:prstGeom prst="straightConnector1">
                <a:avLst/>
              </a:prstGeom>
              <a:noFill/>
              <a:ln w="9525" cap="flat" cmpd="sng">
                <a:solidFill>
                  <a:schemeClr val="dk2"/>
                </a:solidFill>
                <a:prstDash val="solid"/>
                <a:round/>
                <a:headEnd type="none" w="med" len="med"/>
                <a:tailEnd type="none" w="med" len="med"/>
              </a:ln>
            </p:spPr>
          </p:cxnSp>
          <p:cxnSp>
            <p:nvCxnSpPr>
              <p:cNvPr id="537" name="Google Shape;537;p9"/>
              <p:cNvCxnSpPr>
                <a:stCxn id="522" idx="5"/>
                <a:endCxn id="524" idx="1"/>
              </p:cNvCxnSpPr>
              <p:nvPr/>
            </p:nvCxnSpPr>
            <p:spPr>
              <a:xfrm rot="10800000">
                <a:off x="1563363" y="6264768"/>
                <a:ext cx="1932600" cy="999000"/>
              </a:xfrm>
              <a:prstGeom prst="straightConnector1">
                <a:avLst/>
              </a:prstGeom>
              <a:noFill/>
              <a:ln w="9525" cap="flat" cmpd="sng">
                <a:solidFill>
                  <a:schemeClr val="dk2"/>
                </a:solidFill>
                <a:prstDash val="solid"/>
                <a:round/>
                <a:headEnd type="none" w="med" len="med"/>
                <a:tailEnd type="none" w="med" len="med"/>
              </a:ln>
            </p:spPr>
          </p:cxnSp>
          <p:cxnSp>
            <p:nvCxnSpPr>
              <p:cNvPr id="538" name="Google Shape;538;p9"/>
              <p:cNvCxnSpPr>
                <a:stCxn id="521" idx="6"/>
                <a:endCxn id="524" idx="1"/>
              </p:cNvCxnSpPr>
              <p:nvPr/>
            </p:nvCxnSpPr>
            <p:spPr>
              <a:xfrm flipH="1">
                <a:off x="1563250" y="4984400"/>
                <a:ext cx="3137700" cy="1280400"/>
              </a:xfrm>
              <a:prstGeom prst="straightConnector1">
                <a:avLst/>
              </a:prstGeom>
              <a:noFill/>
              <a:ln w="9525" cap="flat" cmpd="sng">
                <a:solidFill>
                  <a:schemeClr val="dk2"/>
                </a:solidFill>
                <a:prstDash val="solid"/>
                <a:round/>
                <a:headEnd type="none" w="med" len="med"/>
                <a:tailEnd type="none" w="med" len="med"/>
              </a:ln>
            </p:spPr>
          </p:cxnSp>
          <p:cxnSp>
            <p:nvCxnSpPr>
              <p:cNvPr id="539" name="Google Shape;539;p9"/>
              <p:cNvCxnSpPr>
                <a:stCxn id="521" idx="5"/>
                <a:endCxn id="523" idx="2"/>
              </p:cNvCxnSpPr>
              <p:nvPr/>
            </p:nvCxnSpPr>
            <p:spPr>
              <a:xfrm flipH="1">
                <a:off x="3385130" y="4905359"/>
                <a:ext cx="1299600" cy="62100"/>
              </a:xfrm>
              <a:prstGeom prst="straightConnector1">
                <a:avLst/>
              </a:prstGeom>
              <a:noFill/>
              <a:ln w="9525" cap="flat" cmpd="sng">
                <a:solidFill>
                  <a:schemeClr val="dk2"/>
                </a:solidFill>
                <a:prstDash val="solid"/>
                <a:round/>
                <a:headEnd type="none" w="med" len="med"/>
                <a:tailEnd type="none" w="med" len="med"/>
              </a:ln>
            </p:spPr>
          </p:cxnSp>
          <p:cxnSp>
            <p:nvCxnSpPr>
              <p:cNvPr id="540" name="Google Shape;540;p9"/>
              <p:cNvCxnSpPr>
                <a:stCxn id="518" idx="4"/>
                <a:endCxn id="519" idx="7"/>
              </p:cNvCxnSpPr>
              <p:nvPr/>
            </p:nvCxnSpPr>
            <p:spPr>
              <a:xfrm rot="10800000">
                <a:off x="1767465" y="5292257"/>
                <a:ext cx="551400" cy="1588200"/>
              </a:xfrm>
              <a:prstGeom prst="straightConnector1">
                <a:avLst/>
              </a:prstGeom>
              <a:noFill/>
              <a:ln w="9525" cap="flat" cmpd="sng">
                <a:solidFill>
                  <a:schemeClr val="dk2"/>
                </a:solidFill>
                <a:prstDash val="solid"/>
                <a:round/>
                <a:headEnd type="none" w="med" len="med"/>
                <a:tailEnd type="none" w="med" len="med"/>
              </a:ln>
            </p:spPr>
          </p:cxnSp>
          <p:sp>
            <p:nvSpPr>
              <p:cNvPr id="541" name="Google Shape;541;p9"/>
              <p:cNvSpPr/>
              <p:nvPr/>
            </p:nvSpPr>
            <p:spPr>
              <a:xfrm rot="8752287">
                <a:off x="745374" y="4876732"/>
                <a:ext cx="130469" cy="130469"/>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542" name="Google Shape;542;p9"/>
              <p:cNvCxnSpPr>
                <a:stCxn id="524" idx="4"/>
                <a:endCxn id="541" idx="7"/>
              </p:cNvCxnSpPr>
              <p:nvPr/>
            </p:nvCxnSpPr>
            <p:spPr>
              <a:xfrm rot="10800000">
                <a:off x="798320" y="5005916"/>
                <a:ext cx="690600" cy="1209900"/>
              </a:xfrm>
              <a:prstGeom prst="straightConnector1">
                <a:avLst/>
              </a:prstGeom>
              <a:noFill/>
              <a:ln w="9525" cap="flat" cmpd="sng">
                <a:solidFill>
                  <a:schemeClr val="dk2"/>
                </a:solidFill>
                <a:prstDash val="solid"/>
                <a:round/>
                <a:headEnd type="none" w="med" len="med"/>
                <a:tailEnd type="none" w="med" len="med"/>
              </a:ln>
            </p:spPr>
          </p:cxnSp>
          <p:cxnSp>
            <p:nvCxnSpPr>
              <p:cNvPr id="543" name="Google Shape;543;p9"/>
              <p:cNvCxnSpPr>
                <a:stCxn id="541" idx="1"/>
                <a:endCxn id="519" idx="5"/>
              </p:cNvCxnSpPr>
              <p:nvPr/>
            </p:nvCxnSpPr>
            <p:spPr>
              <a:xfrm>
                <a:off x="874673" y="4954270"/>
                <a:ext cx="734100" cy="102900"/>
              </a:xfrm>
              <a:prstGeom prst="straightConnector1">
                <a:avLst/>
              </a:prstGeom>
              <a:noFill/>
              <a:ln w="9525" cap="flat" cmpd="sng">
                <a:solidFill>
                  <a:schemeClr val="dk2"/>
                </a:solidFill>
                <a:prstDash val="solid"/>
                <a:round/>
                <a:headEnd type="none" w="med" len="med"/>
                <a:tailEnd type="none" w="med" len="med"/>
              </a:ln>
            </p:spPr>
          </p:cxnSp>
          <p:sp>
            <p:nvSpPr>
              <p:cNvPr id="544" name="Google Shape;544;p9"/>
              <p:cNvSpPr/>
              <p:nvPr/>
            </p:nvSpPr>
            <p:spPr>
              <a:xfrm rot="8759498">
                <a:off x="1785083" y="4514433"/>
                <a:ext cx="194703" cy="194703"/>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545" name="Google Shape;545;p9"/>
              <p:cNvCxnSpPr>
                <a:stCxn id="541" idx="2"/>
                <a:endCxn id="544" idx="5"/>
              </p:cNvCxnSpPr>
              <p:nvPr/>
            </p:nvCxnSpPr>
            <p:spPr>
              <a:xfrm rot="10800000" flipH="1">
                <a:off x="864609" y="4593367"/>
                <a:ext cx="922200" cy="312000"/>
              </a:xfrm>
              <a:prstGeom prst="straightConnector1">
                <a:avLst/>
              </a:prstGeom>
              <a:noFill/>
              <a:ln w="9525" cap="flat" cmpd="sng">
                <a:solidFill>
                  <a:schemeClr val="dk2"/>
                </a:solidFill>
                <a:prstDash val="solid"/>
                <a:round/>
                <a:headEnd type="none" w="med" len="med"/>
                <a:tailEnd type="none" w="med" len="med"/>
              </a:ln>
            </p:spPr>
          </p:cxnSp>
          <p:cxnSp>
            <p:nvCxnSpPr>
              <p:cNvPr id="546" name="Google Shape;546;p9"/>
              <p:cNvCxnSpPr>
                <a:stCxn id="544" idx="1"/>
                <a:endCxn id="523" idx="5"/>
              </p:cNvCxnSpPr>
              <p:nvPr/>
            </p:nvCxnSpPr>
            <p:spPr>
              <a:xfrm>
                <a:off x="1977999" y="4630346"/>
                <a:ext cx="1289100" cy="361500"/>
              </a:xfrm>
              <a:prstGeom prst="straightConnector1">
                <a:avLst/>
              </a:prstGeom>
              <a:noFill/>
              <a:ln w="9525" cap="flat" cmpd="sng">
                <a:solidFill>
                  <a:schemeClr val="dk2"/>
                </a:solidFill>
                <a:prstDash val="solid"/>
                <a:round/>
                <a:headEnd type="none" w="med" len="med"/>
                <a:tailEnd type="none" w="med" len="med"/>
              </a:ln>
            </p:spPr>
          </p:cxnSp>
          <p:cxnSp>
            <p:nvCxnSpPr>
              <p:cNvPr id="547" name="Google Shape;547;p9"/>
              <p:cNvCxnSpPr>
                <a:stCxn id="544" idx="7"/>
                <a:endCxn id="519" idx="3"/>
              </p:cNvCxnSpPr>
              <p:nvPr/>
            </p:nvCxnSpPr>
            <p:spPr>
              <a:xfrm flipH="1">
                <a:off x="1844072" y="4707350"/>
                <a:ext cx="19800" cy="191100"/>
              </a:xfrm>
              <a:prstGeom prst="straightConnector1">
                <a:avLst/>
              </a:prstGeom>
              <a:noFill/>
              <a:ln w="9525" cap="flat" cmpd="sng">
                <a:solidFill>
                  <a:schemeClr val="dk2"/>
                </a:solidFill>
                <a:prstDash val="solid"/>
                <a:round/>
                <a:headEnd type="none" w="med" len="med"/>
                <a:tailEnd type="none" w="med" len="med"/>
              </a:ln>
            </p:spPr>
          </p:cxn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628"/>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1">
  <p:cSld name="CUSTOM_10">
    <p:spTree>
      <p:nvGrpSpPr>
        <p:cNvPr id="1" name="Shape 629"/>
        <p:cNvGrpSpPr/>
        <p:nvPr/>
      </p:nvGrpSpPr>
      <p:grpSpPr>
        <a:xfrm>
          <a:off x="0" y="0"/>
          <a:ext cx="0" cy="0"/>
          <a:chOff x="0" y="0"/>
          <a:chExt cx="0" cy="0"/>
        </a:xfrm>
      </p:grpSpPr>
      <p:sp>
        <p:nvSpPr>
          <p:cNvPr id="630" name="Google Shape;630;p13"/>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grpSp>
        <p:nvGrpSpPr>
          <p:cNvPr id="631" name="Google Shape;631;p13"/>
          <p:cNvGrpSpPr/>
          <p:nvPr/>
        </p:nvGrpSpPr>
        <p:grpSpPr>
          <a:xfrm>
            <a:off x="119288" y="163238"/>
            <a:ext cx="8837200" cy="4388712"/>
            <a:chOff x="119288" y="163238"/>
            <a:chExt cx="8837200" cy="4388712"/>
          </a:xfrm>
        </p:grpSpPr>
        <p:grpSp>
          <p:nvGrpSpPr>
            <p:cNvPr id="632" name="Google Shape;632;p13"/>
            <p:cNvGrpSpPr/>
            <p:nvPr/>
          </p:nvGrpSpPr>
          <p:grpSpPr>
            <a:xfrm rot="10800000" flipH="1">
              <a:off x="8658213" y="4229275"/>
              <a:ext cx="298275" cy="322675"/>
              <a:chOff x="8667225" y="681525"/>
              <a:chExt cx="298275" cy="322675"/>
            </a:xfrm>
          </p:grpSpPr>
          <p:sp>
            <p:nvSpPr>
              <p:cNvPr id="633" name="Google Shape;633;p13"/>
              <p:cNvSpPr/>
              <p:nvPr/>
            </p:nvSpPr>
            <p:spPr>
              <a:xfrm rot="10800000">
                <a:off x="8667225" y="82162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34" name="Google Shape;634;p13"/>
              <p:cNvSpPr/>
              <p:nvPr/>
            </p:nvSpPr>
            <p:spPr>
              <a:xfrm rot="10800000">
                <a:off x="8825400" y="681525"/>
                <a:ext cx="140100" cy="140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35" name="Google Shape;635;p13"/>
              <p:cNvSpPr/>
              <p:nvPr/>
            </p:nvSpPr>
            <p:spPr>
              <a:xfrm rot="10800000">
                <a:off x="8869800" y="95290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636" name="Google Shape;636;p13"/>
            <p:cNvGrpSpPr/>
            <p:nvPr/>
          </p:nvGrpSpPr>
          <p:grpSpPr>
            <a:xfrm rot="10800000" flipH="1">
              <a:off x="119288" y="163238"/>
              <a:ext cx="406275" cy="563575"/>
              <a:chOff x="140150" y="4340075"/>
              <a:chExt cx="406275" cy="563575"/>
            </a:xfrm>
          </p:grpSpPr>
          <p:sp>
            <p:nvSpPr>
              <p:cNvPr id="637" name="Google Shape;637;p13"/>
              <p:cNvSpPr/>
              <p:nvPr/>
            </p:nvSpPr>
            <p:spPr>
              <a:xfrm rot="10800000">
                <a:off x="140150" y="434007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38" name="Google Shape;638;p13"/>
              <p:cNvSpPr/>
              <p:nvPr/>
            </p:nvSpPr>
            <p:spPr>
              <a:xfrm rot="10800000">
                <a:off x="298325" y="4657175"/>
                <a:ext cx="140100" cy="140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39" name="Google Shape;639;p13"/>
              <p:cNvSpPr/>
              <p:nvPr/>
            </p:nvSpPr>
            <p:spPr>
              <a:xfrm rot="10800000">
                <a:off x="495125" y="485235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40" name="Google Shape;640;p13"/>
              <p:cNvSpPr/>
              <p:nvPr/>
            </p:nvSpPr>
            <p:spPr>
              <a:xfrm rot="10800000">
                <a:off x="165050" y="4657175"/>
                <a:ext cx="51300" cy="51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grpSp>
        <p:nvGrpSpPr>
          <p:cNvPr id="641" name="Google Shape;641;p13"/>
          <p:cNvGrpSpPr/>
          <p:nvPr/>
        </p:nvGrpSpPr>
        <p:grpSpPr>
          <a:xfrm>
            <a:off x="-989788" y="-671217"/>
            <a:ext cx="10544675" cy="8105803"/>
            <a:chOff x="-989788" y="-671217"/>
            <a:chExt cx="10544675" cy="8105803"/>
          </a:xfrm>
        </p:grpSpPr>
        <p:grpSp>
          <p:nvGrpSpPr>
            <p:cNvPr id="642" name="Google Shape;642;p13"/>
            <p:cNvGrpSpPr/>
            <p:nvPr/>
          </p:nvGrpSpPr>
          <p:grpSpPr>
            <a:xfrm flipH="1">
              <a:off x="6491263" y="-671217"/>
              <a:ext cx="3063625" cy="3321711"/>
              <a:chOff x="-460575" y="-671217"/>
              <a:chExt cx="3063625" cy="3321711"/>
            </a:xfrm>
          </p:grpSpPr>
          <p:cxnSp>
            <p:nvCxnSpPr>
              <p:cNvPr id="643" name="Google Shape;643;p13"/>
              <p:cNvCxnSpPr>
                <a:stCxn id="644" idx="6"/>
                <a:endCxn id="645" idx="2"/>
              </p:cNvCxnSpPr>
              <p:nvPr/>
            </p:nvCxnSpPr>
            <p:spPr>
              <a:xfrm rot="10800000" flipH="1">
                <a:off x="421801" y="-63292"/>
                <a:ext cx="2023800" cy="476400"/>
              </a:xfrm>
              <a:prstGeom prst="straightConnector1">
                <a:avLst/>
              </a:prstGeom>
              <a:noFill/>
              <a:ln w="9525" cap="flat" cmpd="sng">
                <a:solidFill>
                  <a:schemeClr val="dk2"/>
                </a:solidFill>
                <a:prstDash val="solid"/>
                <a:round/>
                <a:headEnd type="none" w="med" len="med"/>
                <a:tailEnd type="none" w="med" len="med"/>
              </a:ln>
            </p:spPr>
          </p:cxnSp>
          <p:sp>
            <p:nvSpPr>
              <p:cNvPr id="645" name="Google Shape;645;p13"/>
              <p:cNvSpPr/>
              <p:nvPr/>
            </p:nvSpPr>
            <p:spPr>
              <a:xfrm>
                <a:off x="2445550" y="-142081"/>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46" name="Google Shape;646;p13"/>
              <p:cNvSpPr/>
              <p:nvPr/>
            </p:nvSpPr>
            <p:spPr>
              <a:xfrm>
                <a:off x="61646" y="-671217"/>
                <a:ext cx="157500" cy="157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47" name="Google Shape;647;p13"/>
              <p:cNvSpPr/>
              <p:nvPr/>
            </p:nvSpPr>
            <p:spPr>
              <a:xfrm>
                <a:off x="90425" y="2492994"/>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48" name="Google Shape;648;p13"/>
              <p:cNvSpPr/>
              <p:nvPr/>
            </p:nvSpPr>
            <p:spPr>
              <a:xfrm>
                <a:off x="125826" y="886737"/>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49" name="Google Shape;649;p13"/>
              <p:cNvSpPr/>
              <p:nvPr/>
            </p:nvSpPr>
            <p:spPr>
              <a:xfrm>
                <a:off x="382949" y="1317288"/>
                <a:ext cx="143400" cy="157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650" name="Google Shape;650;p13"/>
              <p:cNvCxnSpPr>
                <a:stCxn id="649" idx="4"/>
                <a:endCxn id="647" idx="0"/>
              </p:cNvCxnSpPr>
              <p:nvPr/>
            </p:nvCxnSpPr>
            <p:spPr>
              <a:xfrm flipH="1">
                <a:off x="169049" y="1474788"/>
                <a:ext cx="285600" cy="1018200"/>
              </a:xfrm>
              <a:prstGeom prst="straightConnector1">
                <a:avLst/>
              </a:prstGeom>
              <a:noFill/>
              <a:ln w="9525" cap="flat" cmpd="sng">
                <a:solidFill>
                  <a:schemeClr val="dk2"/>
                </a:solidFill>
                <a:prstDash val="solid"/>
                <a:round/>
                <a:headEnd type="none" w="med" len="med"/>
                <a:tailEnd type="none" w="med" len="med"/>
              </a:ln>
            </p:spPr>
          </p:cxnSp>
          <p:cxnSp>
            <p:nvCxnSpPr>
              <p:cNvPr id="651" name="Google Shape;651;p13"/>
              <p:cNvCxnSpPr>
                <a:stCxn id="648" idx="4"/>
                <a:endCxn id="647" idx="0"/>
              </p:cNvCxnSpPr>
              <p:nvPr/>
            </p:nvCxnSpPr>
            <p:spPr>
              <a:xfrm>
                <a:off x="169176" y="973437"/>
                <a:ext cx="0" cy="1519500"/>
              </a:xfrm>
              <a:prstGeom prst="straightConnector1">
                <a:avLst/>
              </a:prstGeom>
              <a:noFill/>
              <a:ln w="9525" cap="flat" cmpd="sng">
                <a:solidFill>
                  <a:schemeClr val="dk2"/>
                </a:solidFill>
                <a:prstDash val="solid"/>
                <a:round/>
                <a:headEnd type="none" w="med" len="med"/>
                <a:tailEnd type="none" w="med" len="med"/>
              </a:ln>
            </p:spPr>
          </p:cxnSp>
          <p:cxnSp>
            <p:nvCxnSpPr>
              <p:cNvPr id="652" name="Google Shape;652;p13"/>
              <p:cNvCxnSpPr>
                <a:stCxn id="648" idx="5"/>
                <a:endCxn id="649" idx="1"/>
              </p:cNvCxnSpPr>
              <p:nvPr/>
            </p:nvCxnSpPr>
            <p:spPr>
              <a:xfrm>
                <a:off x="199829" y="960741"/>
                <a:ext cx="204000" cy="379500"/>
              </a:xfrm>
              <a:prstGeom prst="straightConnector1">
                <a:avLst/>
              </a:prstGeom>
              <a:noFill/>
              <a:ln w="9525" cap="flat" cmpd="sng">
                <a:solidFill>
                  <a:schemeClr val="dk2"/>
                </a:solidFill>
                <a:prstDash val="solid"/>
                <a:round/>
                <a:headEnd type="none" w="med" len="med"/>
                <a:tailEnd type="none" w="med" len="med"/>
              </a:ln>
            </p:spPr>
          </p:cxnSp>
          <p:cxnSp>
            <p:nvCxnSpPr>
              <p:cNvPr id="653" name="Google Shape;653;p13"/>
              <p:cNvCxnSpPr>
                <a:stCxn id="648" idx="0"/>
                <a:endCxn id="646" idx="4"/>
              </p:cNvCxnSpPr>
              <p:nvPr/>
            </p:nvCxnSpPr>
            <p:spPr>
              <a:xfrm rot="10800000">
                <a:off x="140376" y="-513663"/>
                <a:ext cx="28800" cy="1400400"/>
              </a:xfrm>
              <a:prstGeom prst="straightConnector1">
                <a:avLst/>
              </a:prstGeom>
              <a:noFill/>
              <a:ln w="9525" cap="flat" cmpd="sng">
                <a:solidFill>
                  <a:schemeClr val="dk2"/>
                </a:solidFill>
                <a:prstDash val="solid"/>
                <a:round/>
                <a:headEnd type="none" w="med" len="med"/>
                <a:tailEnd type="none" w="med" len="med"/>
              </a:ln>
            </p:spPr>
          </p:cxnSp>
          <p:cxnSp>
            <p:nvCxnSpPr>
              <p:cNvPr id="654" name="Google Shape;654;p13"/>
              <p:cNvCxnSpPr>
                <a:stCxn id="648" idx="7"/>
                <a:endCxn id="644" idx="3"/>
              </p:cNvCxnSpPr>
              <p:nvPr/>
            </p:nvCxnSpPr>
            <p:spPr>
              <a:xfrm rot="10800000" flipH="1">
                <a:off x="199829" y="443734"/>
                <a:ext cx="147900" cy="455700"/>
              </a:xfrm>
              <a:prstGeom prst="straightConnector1">
                <a:avLst/>
              </a:prstGeom>
              <a:noFill/>
              <a:ln w="9525" cap="flat" cmpd="sng">
                <a:solidFill>
                  <a:schemeClr val="dk2"/>
                </a:solidFill>
                <a:prstDash val="solid"/>
                <a:round/>
                <a:headEnd type="none" w="med" len="med"/>
                <a:tailEnd type="none" w="med" len="med"/>
              </a:ln>
            </p:spPr>
          </p:cxnSp>
          <p:cxnSp>
            <p:nvCxnSpPr>
              <p:cNvPr id="655" name="Google Shape;655;p13"/>
              <p:cNvCxnSpPr>
                <a:stCxn id="646" idx="5"/>
                <a:endCxn id="644" idx="0"/>
              </p:cNvCxnSpPr>
              <p:nvPr/>
            </p:nvCxnSpPr>
            <p:spPr>
              <a:xfrm>
                <a:off x="196080" y="-536782"/>
                <a:ext cx="182400" cy="906600"/>
              </a:xfrm>
              <a:prstGeom prst="straightConnector1">
                <a:avLst/>
              </a:prstGeom>
              <a:noFill/>
              <a:ln w="9525" cap="flat" cmpd="sng">
                <a:solidFill>
                  <a:schemeClr val="dk2"/>
                </a:solidFill>
                <a:prstDash val="solid"/>
                <a:round/>
                <a:headEnd type="none" w="med" len="med"/>
                <a:tailEnd type="none" w="med" len="med"/>
              </a:ln>
            </p:spPr>
          </p:cxnSp>
          <p:cxnSp>
            <p:nvCxnSpPr>
              <p:cNvPr id="656" name="Google Shape;656;p13"/>
              <p:cNvCxnSpPr>
                <a:stCxn id="646" idx="6"/>
                <a:endCxn id="645" idx="2"/>
              </p:cNvCxnSpPr>
              <p:nvPr/>
            </p:nvCxnSpPr>
            <p:spPr>
              <a:xfrm>
                <a:off x="219146" y="-592467"/>
                <a:ext cx="2226300" cy="529200"/>
              </a:xfrm>
              <a:prstGeom prst="straightConnector1">
                <a:avLst/>
              </a:prstGeom>
              <a:noFill/>
              <a:ln w="9525" cap="flat" cmpd="sng">
                <a:solidFill>
                  <a:schemeClr val="dk2"/>
                </a:solidFill>
                <a:prstDash val="solid"/>
                <a:round/>
                <a:headEnd type="none" w="med" len="med"/>
                <a:tailEnd type="none" w="med" len="med"/>
              </a:ln>
            </p:spPr>
          </p:cxnSp>
          <p:cxnSp>
            <p:nvCxnSpPr>
              <p:cNvPr id="657" name="Google Shape;657;p13"/>
              <p:cNvCxnSpPr>
                <a:stCxn id="658" idx="1"/>
                <a:endCxn id="646" idx="5"/>
              </p:cNvCxnSpPr>
              <p:nvPr/>
            </p:nvCxnSpPr>
            <p:spPr>
              <a:xfrm rot="10800000">
                <a:off x="195958" y="-536780"/>
                <a:ext cx="600600" cy="723900"/>
              </a:xfrm>
              <a:prstGeom prst="straightConnector1">
                <a:avLst/>
              </a:prstGeom>
              <a:noFill/>
              <a:ln w="9525" cap="flat" cmpd="sng">
                <a:solidFill>
                  <a:schemeClr val="dk2"/>
                </a:solidFill>
                <a:prstDash val="solid"/>
                <a:round/>
                <a:headEnd type="none" w="med" len="med"/>
                <a:tailEnd type="none" w="med" len="med"/>
              </a:ln>
            </p:spPr>
          </p:cxnSp>
          <p:cxnSp>
            <p:nvCxnSpPr>
              <p:cNvPr id="659" name="Google Shape;659;p13"/>
              <p:cNvCxnSpPr>
                <a:stCxn id="649" idx="0"/>
                <a:endCxn id="644" idx="4"/>
              </p:cNvCxnSpPr>
              <p:nvPr/>
            </p:nvCxnSpPr>
            <p:spPr>
              <a:xfrm rot="10800000">
                <a:off x="378449" y="456588"/>
                <a:ext cx="76200" cy="860700"/>
              </a:xfrm>
              <a:prstGeom prst="straightConnector1">
                <a:avLst/>
              </a:prstGeom>
              <a:noFill/>
              <a:ln w="9525" cap="flat" cmpd="sng">
                <a:solidFill>
                  <a:schemeClr val="dk2"/>
                </a:solidFill>
                <a:prstDash val="solid"/>
                <a:round/>
                <a:headEnd type="none" w="med" len="med"/>
                <a:tailEnd type="none" w="med" len="med"/>
              </a:ln>
            </p:spPr>
          </p:cxnSp>
          <p:cxnSp>
            <p:nvCxnSpPr>
              <p:cNvPr id="660" name="Google Shape;660;p13"/>
              <p:cNvCxnSpPr>
                <a:stCxn id="649" idx="0"/>
                <a:endCxn id="658" idx="3"/>
              </p:cNvCxnSpPr>
              <p:nvPr/>
            </p:nvCxnSpPr>
            <p:spPr>
              <a:xfrm rot="10800000" flipH="1">
                <a:off x="454649" y="268188"/>
                <a:ext cx="342000" cy="1049100"/>
              </a:xfrm>
              <a:prstGeom prst="straightConnector1">
                <a:avLst/>
              </a:prstGeom>
              <a:noFill/>
              <a:ln w="9525" cap="flat" cmpd="sng">
                <a:solidFill>
                  <a:schemeClr val="dk2"/>
                </a:solidFill>
                <a:prstDash val="solid"/>
                <a:round/>
                <a:headEnd type="none" w="med" len="med"/>
                <a:tailEnd type="none" w="med" len="med"/>
              </a:ln>
            </p:spPr>
          </p:cxnSp>
          <p:sp>
            <p:nvSpPr>
              <p:cNvPr id="661" name="Google Shape;661;p13"/>
              <p:cNvSpPr/>
              <p:nvPr/>
            </p:nvSpPr>
            <p:spPr>
              <a:xfrm>
                <a:off x="987225" y="-92131"/>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662" name="Google Shape;662;p13"/>
              <p:cNvCxnSpPr>
                <a:stCxn id="646" idx="5"/>
                <a:endCxn id="661" idx="1"/>
              </p:cNvCxnSpPr>
              <p:nvPr/>
            </p:nvCxnSpPr>
            <p:spPr>
              <a:xfrm>
                <a:off x="196080" y="-536782"/>
                <a:ext cx="814200" cy="467700"/>
              </a:xfrm>
              <a:prstGeom prst="straightConnector1">
                <a:avLst/>
              </a:prstGeom>
              <a:noFill/>
              <a:ln w="9525" cap="flat" cmpd="sng">
                <a:solidFill>
                  <a:schemeClr val="dk2"/>
                </a:solidFill>
                <a:prstDash val="solid"/>
                <a:round/>
                <a:headEnd type="none" w="med" len="med"/>
                <a:tailEnd type="none" w="med" len="med"/>
              </a:ln>
            </p:spPr>
          </p:cxnSp>
          <p:cxnSp>
            <p:nvCxnSpPr>
              <p:cNvPr id="663" name="Google Shape;663;p13"/>
              <p:cNvCxnSpPr>
                <a:stCxn id="658" idx="7"/>
                <a:endCxn id="661" idx="3"/>
              </p:cNvCxnSpPr>
              <p:nvPr/>
            </p:nvCxnSpPr>
            <p:spPr>
              <a:xfrm rot="10800000" flipH="1">
                <a:off x="877592" y="42220"/>
                <a:ext cx="132600" cy="144900"/>
              </a:xfrm>
              <a:prstGeom prst="straightConnector1">
                <a:avLst/>
              </a:prstGeom>
              <a:noFill/>
              <a:ln w="9525" cap="flat" cmpd="sng">
                <a:solidFill>
                  <a:schemeClr val="dk2"/>
                </a:solidFill>
                <a:prstDash val="solid"/>
                <a:round/>
                <a:headEnd type="none" w="med" len="med"/>
                <a:tailEnd type="none" w="med" len="med"/>
              </a:ln>
            </p:spPr>
          </p:cxnSp>
          <p:cxnSp>
            <p:nvCxnSpPr>
              <p:cNvPr id="664" name="Google Shape;664;p13"/>
              <p:cNvCxnSpPr>
                <a:stCxn id="661" idx="6"/>
                <a:endCxn id="645" idx="2"/>
              </p:cNvCxnSpPr>
              <p:nvPr/>
            </p:nvCxnSpPr>
            <p:spPr>
              <a:xfrm rot="10800000" flipH="1">
                <a:off x="1144725" y="-63481"/>
                <a:ext cx="1300800" cy="50100"/>
              </a:xfrm>
              <a:prstGeom prst="straightConnector1">
                <a:avLst/>
              </a:prstGeom>
              <a:noFill/>
              <a:ln w="9525" cap="flat" cmpd="sng">
                <a:solidFill>
                  <a:schemeClr val="dk2"/>
                </a:solidFill>
                <a:prstDash val="solid"/>
                <a:round/>
                <a:headEnd type="none" w="med" len="med"/>
                <a:tailEnd type="none" w="med" len="med"/>
              </a:ln>
            </p:spPr>
          </p:cxnSp>
          <p:sp>
            <p:nvSpPr>
              <p:cNvPr id="665" name="Google Shape;665;p13"/>
              <p:cNvSpPr/>
              <p:nvPr/>
            </p:nvSpPr>
            <p:spPr>
              <a:xfrm>
                <a:off x="-460575" y="540519"/>
                <a:ext cx="157500" cy="157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666" name="Google Shape;666;p13"/>
              <p:cNvCxnSpPr>
                <a:stCxn id="665" idx="0"/>
                <a:endCxn id="646" idx="3"/>
              </p:cNvCxnSpPr>
              <p:nvPr/>
            </p:nvCxnSpPr>
            <p:spPr>
              <a:xfrm rot="10800000" flipH="1">
                <a:off x="-381825" y="-536781"/>
                <a:ext cx="466500" cy="1077300"/>
              </a:xfrm>
              <a:prstGeom prst="straightConnector1">
                <a:avLst/>
              </a:prstGeom>
              <a:noFill/>
              <a:ln w="9525" cap="flat" cmpd="sng">
                <a:solidFill>
                  <a:schemeClr val="dk2"/>
                </a:solidFill>
                <a:prstDash val="solid"/>
                <a:round/>
                <a:headEnd type="none" w="med" len="med"/>
                <a:tailEnd type="none" w="med" len="med"/>
              </a:ln>
            </p:spPr>
          </p:cxnSp>
          <p:cxnSp>
            <p:nvCxnSpPr>
              <p:cNvPr id="667" name="Google Shape;667;p13"/>
              <p:cNvCxnSpPr>
                <a:stCxn id="665" idx="6"/>
                <a:endCxn id="644" idx="3"/>
              </p:cNvCxnSpPr>
              <p:nvPr/>
            </p:nvCxnSpPr>
            <p:spPr>
              <a:xfrm rot="10800000" flipH="1">
                <a:off x="-303075" y="443769"/>
                <a:ext cx="651000" cy="175500"/>
              </a:xfrm>
              <a:prstGeom prst="straightConnector1">
                <a:avLst/>
              </a:prstGeom>
              <a:noFill/>
              <a:ln w="9525" cap="flat" cmpd="sng">
                <a:solidFill>
                  <a:schemeClr val="dk2"/>
                </a:solidFill>
                <a:prstDash val="solid"/>
                <a:round/>
                <a:headEnd type="none" w="med" len="med"/>
                <a:tailEnd type="none" w="med" len="med"/>
              </a:ln>
            </p:spPr>
          </p:cxnSp>
          <p:cxnSp>
            <p:nvCxnSpPr>
              <p:cNvPr id="668" name="Google Shape;668;p13"/>
              <p:cNvCxnSpPr>
                <a:stCxn id="665" idx="5"/>
                <a:endCxn id="648" idx="1"/>
              </p:cNvCxnSpPr>
              <p:nvPr/>
            </p:nvCxnSpPr>
            <p:spPr>
              <a:xfrm>
                <a:off x="-326140" y="674953"/>
                <a:ext cx="464700" cy="224400"/>
              </a:xfrm>
              <a:prstGeom prst="straightConnector1">
                <a:avLst/>
              </a:prstGeom>
              <a:noFill/>
              <a:ln w="9525" cap="flat" cmpd="sng">
                <a:solidFill>
                  <a:schemeClr val="dk2"/>
                </a:solidFill>
                <a:prstDash val="solid"/>
                <a:round/>
                <a:headEnd type="none" w="med" len="med"/>
                <a:tailEnd type="none" w="med" len="med"/>
              </a:ln>
            </p:spPr>
          </p:cxnSp>
          <p:cxnSp>
            <p:nvCxnSpPr>
              <p:cNvPr id="669" name="Google Shape;669;p13"/>
              <p:cNvCxnSpPr>
                <a:stCxn id="665" idx="5"/>
                <a:endCxn id="647" idx="1"/>
              </p:cNvCxnSpPr>
              <p:nvPr/>
            </p:nvCxnSpPr>
            <p:spPr>
              <a:xfrm>
                <a:off x="-326140" y="674953"/>
                <a:ext cx="439500" cy="1841100"/>
              </a:xfrm>
              <a:prstGeom prst="straightConnector1">
                <a:avLst/>
              </a:prstGeom>
              <a:noFill/>
              <a:ln w="9525" cap="flat" cmpd="sng">
                <a:solidFill>
                  <a:schemeClr val="dk2"/>
                </a:solidFill>
                <a:prstDash val="solid"/>
                <a:round/>
                <a:headEnd type="none" w="med" len="med"/>
                <a:tailEnd type="none" w="med" len="med"/>
              </a:ln>
            </p:spPr>
          </p:cxnSp>
          <p:sp>
            <p:nvSpPr>
              <p:cNvPr id="658" name="Google Shape;658;p13"/>
              <p:cNvSpPr/>
              <p:nvPr/>
            </p:nvSpPr>
            <p:spPr>
              <a:xfrm>
                <a:off x="779775" y="170338"/>
                <a:ext cx="114600" cy="11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44" name="Google Shape;644;p13"/>
              <p:cNvSpPr/>
              <p:nvPr/>
            </p:nvSpPr>
            <p:spPr>
              <a:xfrm>
                <a:off x="335101" y="369758"/>
                <a:ext cx="86700" cy="86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670" name="Google Shape;670;p13"/>
            <p:cNvGrpSpPr/>
            <p:nvPr/>
          </p:nvGrpSpPr>
          <p:grpSpPr>
            <a:xfrm rot="459949">
              <a:off x="-831023" y="4514858"/>
              <a:ext cx="4123087" cy="2656599"/>
              <a:chOff x="720013" y="4544655"/>
              <a:chExt cx="4122933" cy="2656500"/>
            </a:xfrm>
          </p:grpSpPr>
          <p:sp>
            <p:nvSpPr>
              <p:cNvPr id="671" name="Google Shape;671;p13"/>
              <p:cNvSpPr/>
              <p:nvPr/>
            </p:nvSpPr>
            <p:spPr>
              <a:xfrm rot="-9417549">
                <a:off x="4549660" y="4701311"/>
                <a:ext cx="128773" cy="128773"/>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72" name="Google Shape;672;p13"/>
              <p:cNvSpPr/>
              <p:nvPr/>
            </p:nvSpPr>
            <p:spPr>
              <a:xfrm rot="-9417549">
                <a:off x="1761182" y="4936441"/>
                <a:ext cx="128773" cy="128773"/>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73" name="Google Shape;673;p13"/>
              <p:cNvSpPr/>
              <p:nvPr/>
            </p:nvSpPr>
            <p:spPr>
              <a:xfrm rot="-9421326">
                <a:off x="3012797" y="4851722"/>
                <a:ext cx="265897" cy="265897"/>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74" name="Google Shape;674;p13"/>
              <p:cNvSpPr/>
              <p:nvPr/>
            </p:nvSpPr>
            <p:spPr>
              <a:xfrm rot="-9414352">
                <a:off x="2945862" y="6000076"/>
                <a:ext cx="86426" cy="86426"/>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75" name="Google Shape;675;p13"/>
              <p:cNvSpPr/>
              <p:nvPr/>
            </p:nvSpPr>
            <p:spPr>
              <a:xfrm rot="-9422930">
                <a:off x="3430718" y="6873877"/>
                <a:ext cx="63855" cy="63855"/>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76" name="Google Shape;676;p13"/>
              <p:cNvSpPr/>
              <p:nvPr/>
            </p:nvSpPr>
            <p:spPr>
              <a:xfrm rot="-9414352">
                <a:off x="1807960" y="6172505"/>
                <a:ext cx="86426" cy="86426"/>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77" name="Google Shape;677;p13"/>
              <p:cNvSpPr/>
              <p:nvPr/>
            </p:nvSpPr>
            <p:spPr>
              <a:xfrm rot="-9414352">
                <a:off x="3731053" y="4665484"/>
                <a:ext cx="86426" cy="86426"/>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78" name="Google Shape;678;p13"/>
              <p:cNvSpPr/>
              <p:nvPr/>
            </p:nvSpPr>
            <p:spPr>
              <a:xfrm rot="-9421558">
                <a:off x="740331" y="4726434"/>
                <a:ext cx="130664" cy="130664"/>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679" name="Google Shape;679;p13"/>
              <p:cNvCxnSpPr>
                <a:stCxn id="675" idx="5"/>
                <a:endCxn id="674" idx="1"/>
              </p:cNvCxnSpPr>
              <p:nvPr/>
            </p:nvCxnSpPr>
            <p:spPr>
              <a:xfrm rot="10340870">
                <a:off x="3060066" y="6057182"/>
                <a:ext cx="335689" cy="845161"/>
              </a:xfrm>
              <a:prstGeom prst="straightConnector1">
                <a:avLst/>
              </a:prstGeom>
              <a:noFill/>
              <a:ln w="9525" cap="flat" cmpd="sng">
                <a:solidFill>
                  <a:schemeClr val="dk2"/>
                </a:solidFill>
                <a:prstDash val="solid"/>
                <a:round/>
                <a:headEnd type="none" w="med" len="med"/>
                <a:tailEnd type="none" w="med" len="med"/>
              </a:ln>
            </p:spPr>
          </p:cxnSp>
          <p:cxnSp>
            <p:nvCxnSpPr>
              <p:cNvPr id="680" name="Google Shape;680;p13"/>
              <p:cNvCxnSpPr>
                <a:stCxn id="676" idx="4"/>
                <a:endCxn id="674" idx="7"/>
              </p:cNvCxnSpPr>
              <p:nvPr/>
            </p:nvCxnSpPr>
            <p:spPr>
              <a:xfrm rot="-459755">
                <a:off x="1865221" y="6103386"/>
                <a:ext cx="1086704" cy="28766"/>
              </a:xfrm>
              <a:prstGeom prst="straightConnector1">
                <a:avLst/>
              </a:prstGeom>
              <a:noFill/>
              <a:ln w="9525" cap="flat" cmpd="sng">
                <a:solidFill>
                  <a:schemeClr val="dk2"/>
                </a:solidFill>
                <a:prstDash val="solid"/>
                <a:round/>
                <a:headEnd type="none" w="med" len="med"/>
                <a:tailEnd type="none" w="med" len="med"/>
              </a:ln>
            </p:spPr>
          </p:cxnSp>
          <p:cxnSp>
            <p:nvCxnSpPr>
              <p:cNvPr id="681" name="Google Shape;681;p13"/>
              <p:cNvCxnSpPr>
                <a:stCxn id="671" idx="0"/>
                <a:endCxn id="675" idx="3"/>
              </p:cNvCxnSpPr>
              <p:nvPr/>
            </p:nvCxnSpPr>
            <p:spPr>
              <a:xfrm rot="-459979" flipH="1">
                <a:off x="3359205" y="4907332"/>
                <a:ext cx="1362781" cy="1904031"/>
              </a:xfrm>
              <a:prstGeom prst="straightConnector1">
                <a:avLst/>
              </a:prstGeom>
              <a:noFill/>
              <a:ln w="9525" cap="flat" cmpd="sng">
                <a:solidFill>
                  <a:schemeClr val="dk2"/>
                </a:solidFill>
                <a:prstDash val="solid"/>
                <a:round/>
                <a:headEnd type="none" w="med" len="med"/>
                <a:tailEnd type="none" w="med" len="med"/>
              </a:ln>
            </p:spPr>
          </p:cxnSp>
          <p:cxnSp>
            <p:nvCxnSpPr>
              <p:cNvPr id="682" name="Google Shape;682;p13"/>
              <p:cNvCxnSpPr>
                <a:stCxn id="675" idx="7"/>
                <a:endCxn id="676" idx="2"/>
              </p:cNvCxnSpPr>
              <p:nvPr/>
            </p:nvCxnSpPr>
            <p:spPr>
              <a:xfrm rot="10340005">
                <a:off x="1943581" y="6132795"/>
                <a:ext cx="1436945" cy="884790"/>
              </a:xfrm>
              <a:prstGeom prst="straightConnector1">
                <a:avLst/>
              </a:prstGeom>
              <a:noFill/>
              <a:ln w="9525" cap="flat" cmpd="sng">
                <a:solidFill>
                  <a:schemeClr val="dk2"/>
                </a:solidFill>
                <a:prstDash val="solid"/>
                <a:round/>
                <a:headEnd type="none" w="med" len="med"/>
                <a:tailEnd type="none" w="med" len="med"/>
              </a:ln>
            </p:spPr>
          </p:cxnSp>
          <p:cxnSp>
            <p:nvCxnSpPr>
              <p:cNvPr id="683" name="Google Shape;683;p13"/>
              <p:cNvCxnSpPr>
                <a:stCxn id="676" idx="6"/>
                <a:endCxn id="672" idx="1"/>
              </p:cNvCxnSpPr>
              <p:nvPr/>
            </p:nvCxnSpPr>
            <p:spPr>
              <a:xfrm rot="10342167" flipH="1">
                <a:off x="1735733" y="5068157"/>
                <a:ext cx="189781" cy="1123022"/>
              </a:xfrm>
              <a:prstGeom prst="straightConnector1">
                <a:avLst/>
              </a:prstGeom>
              <a:noFill/>
              <a:ln w="9525" cap="flat" cmpd="sng">
                <a:solidFill>
                  <a:schemeClr val="dk2"/>
                </a:solidFill>
                <a:prstDash val="solid"/>
                <a:round/>
                <a:headEnd type="none" w="med" len="med"/>
                <a:tailEnd type="none" w="med" len="med"/>
              </a:ln>
            </p:spPr>
          </p:cxnSp>
          <p:cxnSp>
            <p:nvCxnSpPr>
              <p:cNvPr id="684" name="Google Shape;684;p13"/>
              <p:cNvCxnSpPr>
                <a:stCxn id="674" idx="5"/>
                <a:endCxn id="672" idx="1"/>
              </p:cNvCxnSpPr>
              <p:nvPr/>
            </p:nvCxnSpPr>
            <p:spPr>
              <a:xfrm rot="10340111">
                <a:off x="1917642" y="4989902"/>
                <a:ext cx="987422" cy="1083988"/>
              </a:xfrm>
              <a:prstGeom prst="straightConnector1">
                <a:avLst/>
              </a:prstGeom>
              <a:noFill/>
              <a:ln w="9525" cap="flat" cmpd="sng">
                <a:solidFill>
                  <a:schemeClr val="dk2"/>
                </a:solidFill>
                <a:prstDash val="solid"/>
                <a:round/>
                <a:headEnd type="none" w="med" len="med"/>
                <a:tailEnd type="none" w="med" len="med"/>
              </a:ln>
            </p:spPr>
          </p:cxnSp>
          <p:cxnSp>
            <p:nvCxnSpPr>
              <p:cNvPr id="685" name="Google Shape;685;p13"/>
              <p:cNvCxnSpPr>
                <a:stCxn id="671" idx="6"/>
                <a:endCxn id="677" idx="3"/>
              </p:cNvCxnSpPr>
              <p:nvPr/>
            </p:nvCxnSpPr>
            <p:spPr>
              <a:xfrm rot="10340667">
                <a:off x="3820904" y="4643394"/>
                <a:ext cx="727383" cy="146206"/>
              </a:xfrm>
              <a:prstGeom prst="straightConnector1">
                <a:avLst/>
              </a:prstGeom>
              <a:noFill/>
              <a:ln w="9525" cap="flat" cmpd="sng">
                <a:solidFill>
                  <a:schemeClr val="dk2"/>
                </a:solidFill>
                <a:prstDash val="solid"/>
                <a:round/>
                <a:headEnd type="none" w="med" len="med"/>
                <a:tailEnd type="none" w="med" len="med"/>
              </a:ln>
            </p:spPr>
          </p:cxnSp>
          <p:cxnSp>
            <p:nvCxnSpPr>
              <p:cNvPr id="686" name="Google Shape;686;p13"/>
              <p:cNvCxnSpPr>
                <a:stCxn id="671" idx="7"/>
                <a:endCxn id="674" idx="3"/>
              </p:cNvCxnSpPr>
              <p:nvPr/>
            </p:nvCxnSpPr>
            <p:spPr>
              <a:xfrm rot="-459621" flipH="1">
                <a:off x="2953399" y="4896950"/>
                <a:ext cx="1676663" cy="1022849"/>
              </a:xfrm>
              <a:prstGeom prst="straightConnector1">
                <a:avLst/>
              </a:prstGeom>
              <a:noFill/>
              <a:ln w="9525" cap="flat" cmpd="sng">
                <a:solidFill>
                  <a:schemeClr val="dk2"/>
                </a:solidFill>
                <a:prstDash val="solid"/>
                <a:round/>
                <a:headEnd type="none" w="med" len="med"/>
                <a:tailEnd type="none" w="med" len="med"/>
              </a:ln>
            </p:spPr>
          </p:cxnSp>
          <p:cxnSp>
            <p:nvCxnSpPr>
              <p:cNvPr id="687" name="Google Shape;687;p13"/>
              <p:cNvCxnSpPr>
                <a:stCxn id="677" idx="7"/>
                <a:endCxn id="673" idx="3"/>
              </p:cNvCxnSpPr>
              <p:nvPr/>
            </p:nvCxnSpPr>
            <p:spPr>
              <a:xfrm rot="-458883" flipH="1">
                <a:off x="3256947" y="4756715"/>
                <a:ext cx="489151" cy="146206"/>
              </a:xfrm>
              <a:prstGeom prst="straightConnector1">
                <a:avLst/>
              </a:prstGeom>
              <a:noFill/>
              <a:ln w="9525" cap="flat" cmpd="sng">
                <a:solidFill>
                  <a:schemeClr val="dk2"/>
                </a:solidFill>
                <a:prstDash val="solid"/>
                <a:round/>
                <a:headEnd type="none" w="med" len="med"/>
                <a:tailEnd type="none" w="med" len="med"/>
              </a:ln>
            </p:spPr>
          </p:cxnSp>
          <p:cxnSp>
            <p:nvCxnSpPr>
              <p:cNvPr id="688" name="Google Shape;688;p13"/>
              <p:cNvCxnSpPr>
                <a:stCxn id="673" idx="0"/>
                <a:endCxn id="674" idx="5"/>
              </p:cNvCxnSpPr>
              <p:nvPr/>
            </p:nvCxnSpPr>
            <p:spPr>
              <a:xfrm rot="-457956" flipH="1">
                <a:off x="2913686" y="5119069"/>
                <a:ext cx="239421" cy="872103"/>
              </a:xfrm>
              <a:prstGeom prst="straightConnector1">
                <a:avLst/>
              </a:prstGeom>
              <a:noFill/>
              <a:ln w="9525" cap="flat" cmpd="sng">
                <a:solidFill>
                  <a:schemeClr val="dk2"/>
                </a:solidFill>
                <a:prstDash val="solid"/>
                <a:round/>
                <a:headEnd type="none" w="med" len="med"/>
                <a:tailEnd type="none" w="med" len="med"/>
              </a:ln>
            </p:spPr>
          </p:cxnSp>
          <p:cxnSp>
            <p:nvCxnSpPr>
              <p:cNvPr id="689" name="Google Shape;689;p13"/>
              <p:cNvCxnSpPr>
                <a:stCxn id="678" idx="2"/>
                <a:endCxn id="672" idx="6"/>
              </p:cNvCxnSpPr>
              <p:nvPr/>
            </p:nvCxnSpPr>
            <p:spPr>
              <a:xfrm rot="-459512">
                <a:off x="880378" y="4757982"/>
                <a:ext cx="871171" cy="276969"/>
              </a:xfrm>
              <a:prstGeom prst="straightConnector1">
                <a:avLst/>
              </a:prstGeom>
              <a:noFill/>
              <a:ln w="9525" cap="flat" cmpd="sng">
                <a:solidFill>
                  <a:schemeClr val="dk2"/>
                </a:solidFill>
                <a:prstDash val="solid"/>
                <a:round/>
                <a:headEnd type="none" w="med" len="med"/>
                <a:tailEnd type="none" w="med" len="med"/>
              </a:ln>
            </p:spPr>
          </p:cxnSp>
          <p:cxnSp>
            <p:nvCxnSpPr>
              <p:cNvPr id="690" name="Google Shape;690;p13"/>
              <p:cNvCxnSpPr>
                <a:stCxn id="675" idx="6"/>
                <a:endCxn id="678" idx="1"/>
              </p:cNvCxnSpPr>
              <p:nvPr/>
            </p:nvCxnSpPr>
            <p:spPr>
              <a:xfrm rot="10340068">
                <a:off x="977936" y="4687960"/>
                <a:ext cx="2307521" cy="2369889"/>
              </a:xfrm>
              <a:prstGeom prst="straightConnector1">
                <a:avLst/>
              </a:prstGeom>
              <a:noFill/>
              <a:ln w="9525" cap="flat" cmpd="sng">
                <a:solidFill>
                  <a:schemeClr val="dk2"/>
                </a:solidFill>
                <a:prstDash val="solid"/>
                <a:round/>
                <a:headEnd type="none" w="med" len="med"/>
                <a:tailEnd type="none" w="med" len="med"/>
              </a:ln>
            </p:spPr>
          </p:cxnSp>
          <p:sp>
            <p:nvSpPr>
              <p:cNvPr id="691" name="Google Shape;691;p13"/>
              <p:cNvSpPr/>
              <p:nvPr/>
            </p:nvSpPr>
            <p:spPr>
              <a:xfrm rot="-9414352">
                <a:off x="1960639" y="4664187"/>
                <a:ext cx="86426" cy="86426"/>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692" name="Google Shape;692;p13"/>
              <p:cNvCxnSpPr>
                <a:stCxn id="678" idx="3"/>
                <a:endCxn id="691" idx="7"/>
              </p:cNvCxnSpPr>
              <p:nvPr/>
            </p:nvCxnSpPr>
            <p:spPr>
              <a:xfrm rot="-459667">
                <a:off x="868246" y="4693901"/>
                <a:ext cx="1093662" cy="102929"/>
              </a:xfrm>
              <a:prstGeom prst="straightConnector1">
                <a:avLst/>
              </a:prstGeom>
              <a:noFill/>
              <a:ln w="9525" cap="flat" cmpd="sng">
                <a:solidFill>
                  <a:schemeClr val="dk2"/>
                </a:solidFill>
                <a:prstDash val="solid"/>
                <a:round/>
                <a:headEnd type="none" w="med" len="med"/>
                <a:tailEnd type="none" w="med" len="med"/>
              </a:ln>
            </p:spPr>
          </p:cxnSp>
          <p:cxnSp>
            <p:nvCxnSpPr>
              <p:cNvPr id="693" name="Google Shape;693;p13"/>
              <p:cNvCxnSpPr>
                <a:stCxn id="691" idx="2"/>
                <a:endCxn id="673" idx="6"/>
              </p:cNvCxnSpPr>
              <p:nvPr/>
            </p:nvCxnSpPr>
            <p:spPr>
              <a:xfrm rot="-459508">
                <a:off x="2061896" y="4659992"/>
                <a:ext cx="943213" cy="337216"/>
              </a:xfrm>
              <a:prstGeom prst="straightConnector1">
                <a:avLst/>
              </a:prstGeom>
              <a:noFill/>
              <a:ln w="9525" cap="flat" cmpd="sng">
                <a:solidFill>
                  <a:schemeClr val="dk2"/>
                </a:solidFill>
                <a:prstDash val="solid"/>
                <a:round/>
                <a:headEnd type="none" w="med" len="med"/>
                <a:tailEnd type="none" w="med" len="med"/>
              </a:ln>
            </p:spPr>
          </p:cxnSp>
          <p:cxnSp>
            <p:nvCxnSpPr>
              <p:cNvPr id="694" name="Google Shape;694;p13"/>
              <p:cNvCxnSpPr>
                <a:stCxn id="691" idx="0"/>
                <a:endCxn id="672" idx="4"/>
              </p:cNvCxnSpPr>
              <p:nvPr/>
            </p:nvCxnSpPr>
            <p:spPr>
              <a:xfrm rot="-463310" flipH="1">
                <a:off x="1838574" y="4757163"/>
                <a:ext cx="160758" cy="174674"/>
              </a:xfrm>
              <a:prstGeom prst="straightConnector1">
                <a:avLst/>
              </a:prstGeom>
              <a:noFill/>
              <a:ln w="9525" cap="flat" cmpd="sng">
                <a:solidFill>
                  <a:schemeClr val="dk2"/>
                </a:solidFill>
                <a:prstDash val="solid"/>
                <a:round/>
                <a:headEnd type="none" w="med" len="med"/>
                <a:tailEnd type="none" w="med" len="med"/>
              </a:ln>
            </p:spPr>
          </p:cxnSp>
          <p:cxnSp>
            <p:nvCxnSpPr>
              <p:cNvPr id="695" name="Google Shape;695;p13"/>
              <p:cNvCxnSpPr>
                <a:stCxn id="691" idx="1"/>
                <a:endCxn id="674" idx="5"/>
              </p:cNvCxnSpPr>
              <p:nvPr/>
            </p:nvCxnSpPr>
            <p:spPr>
              <a:xfrm rot="-459275">
                <a:off x="2108012" y="4689612"/>
                <a:ext cx="777024" cy="1371563"/>
              </a:xfrm>
              <a:prstGeom prst="straightConnector1">
                <a:avLst/>
              </a:prstGeom>
              <a:noFill/>
              <a:ln w="9525" cap="flat" cmpd="sng">
                <a:solidFill>
                  <a:schemeClr val="dk2"/>
                </a:solidFill>
                <a:prstDash val="solid"/>
                <a:round/>
                <a:headEnd type="none" w="med" len="med"/>
                <a:tailEnd type="none" w="med" len="med"/>
              </a:ln>
            </p:spPr>
          </p:cxnSp>
          <p:sp>
            <p:nvSpPr>
              <p:cNvPr id="696" name="Google Shape;696;p13"/>
              <p:cNvSpPr/>
              <p:nvPr/>
            </p:nvSpPr>
            <p:spPr>
              <a:xfrm rot="-9417549">
                <a:off x="3933996" y="4880048"/>
                <a:ext cx="128773" cy="128773"/>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697" name="Google Shape;697;p13"/>
              <p:cNvCxnSpPr>
                <a:stCxn id="673" idx="2"/>
                <a:endCxn id="696" idx="7"/>
              </p:cNvCxnSpPr>
              <p:nvPr/>
            </p:nvCxnSpPr>
            <p:spPr>
              <a:xfrm rot="-460738">
                <a:off x="3266626" y="4991469"/>
                <a:ext cx="673540" cy="22105"/>
              </a:xfrm>
              <a:prstGeom prst="straightConnector1">
                <a:avLst/>
              </a:prstGeom>
              <a:noFill/>
              <a:ln w="9525" cap="flat" cmpd="sng">
                <a:solidFill>
                  <a:schemeClr val="dk2"/>
                </a:solidFill>
                <a:prstDash val="solid"/>
                <a:round/>
                <a:headEnd type="none" w="med" len="med"/>
                <a:tailEnd type="none" w="med" len="med"/>
              </a:ln>
            </p:spPr>
          </p:cxnSp>
          <p:cxnSp>
            <p:nvCxnSpPr>
              <p:cNvPr id="698" name="Google Shape;698;p13"/>
              <p:cNvCxnSpPr>
                <a:stCxn id="696" idx="3"/>
                <a:endCxn id="671" idx="7"/>
              </p:cNvCxnSpPr>
              <p:nvPr/>
            </p:nvCxnSpPr>
            <p:spPr>
              <a:xfrm rot="10340841" flipH="1">
                <a:off x="4051630" y="4823477"/>
                <a:ext cx="509135" cy="63260"/>
              </a:xfrm>
              <a:prstGeom prst="straightConnector1">
                <a:avLst/>
              </a:prstGeom>
              <a:noFill/>
              <a:ln w="9525" cap="flat" cmpd="sng">
                <a:solidFill>
                  <a:schemeClr val="dk2"/>
                </a:solidFill>
                <a:prstDash val="solid"/>
                <a:round/>
                <a:headEnd type="none" w="med" len="med"/>
                <a:tailEnd type="none" w="med" len="med"/>
              </a:ln>
            </p:spPr>
          </p:cxnSp>
          <p:cxnSp>
            <p:nvCxnSpPr>
              <p:cNvPr id="699" name="Google Shape;699;p13"/>
              <p:cNvCxnSpPr>
                <a:stCxn id="674" idx="4"/>
                <a:endCxn id="696" idx="0"/>
              </p:cNvCxnSpPr>
              <p:nvPr/>
            </p:nvCxnSpPr>
            <p:spPr>
              <a:xfrm rot="10339578" flipH="1">
                <a:off x="2943686" y="5072692"/>
                <a:ext cx="1091878" cy="861794"/>
              </a:xfrm>
              <a:prstGeom prst="straightConnector1">
                <a:avLst/>
              </a:prstGeom>
              <a:noFill/>
              <a:ln w="9525" cap="flat" cmpd="sng">
                <a:solidFill>
                  <a:schemeClr val="dk2"/>
                </a:solidFill>
                <a:prstDash val="solid"/>
                <a:round/>
                <a:headEnd type="none" w="med" len="med"/>
                <a:tailEnd type="none" w="med" len="med"/>
              </a:ln>
            </p:spPr>
          </p:cxn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987"/>
        <p:cNvGrpSpPr/>
        <p:nvPr/>
      </p:nvGrpSpPr>
      <p:grpSpPr>
        <a:xfrm>
          <a:off x="0" y="0"/>
          <a:ext cx="0" cy="0"/>
          <a:chOff x="0" y="0"/>
          <a:chExt cx="0" cy="0"/>
        </a:xfrm>
      </p:grpSpPr>
      <p:sp>
        <p:nvSpPr>
          <p:cNvPr id="988" name="Google Shape;988;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89" name="Google Shape;989;p18"/>
          <p:cNvSpPr txBox="1">
            <a:spLocks noGrp="1"/>
          </p:cNvSpPr>
          <p:nvPr>
            <p:ph type="subTitle" idx="1"/>
          </p:nvPr>
        </p:nvSpPr>
        <p:spPr>
          <a:xfrm>
            <a:off x="1200900" y="1706552"/>
            <a:ext cx="6742200" cy="439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90" name="Google Shape;990;p18"/>
          <p:cNvSpPr txBox="1">
            <a:spLocks noGrp="1"/>
          </p:cNvSpPr>
          <p:nvPr>
            <p:ph type="subTitle" idx="2"/>
          </p:nvPr>
        </p:nvSpPr>
        <p:spPr>
          <a:xfrm>
            <a:off x="1200900" y="2775802"/>
            <a:ext cx="6742200" cy="439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91" name="Google Shape;991;p18"/>
          <p:cNvSpPr txBox="1">
            <a:spLocks noGrp="1"/>
          </p:cNvSpPr>
          <p:nvPr>
            <p:ph type="subTitle" idx="3"/>
          </p:nvPr>
        </p:nvSpPr>
        <p:spPr>
          <a:xfrm>
            <a:off x="1200900" y="3845049"/>
            <a:ext cx="6742200" cy="439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92" name="Google Shape;992;p18"/>
          <p:cNvSpPr txBox="1">
            <a:spLocks noGrp="1"/>
          </p:cNvSpPr>
          <p:nvPr>
            <p:ph type="subTitle" idx="4"/>
          </p:nvPr>
        </p:nvSpPr>
        <p:spPr>
          <a:xfrm>
            <a:off x="1200900" y="1243900"/>
            <a:ext cx="67422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000" b="1">
                <a:solidFill>
                  <a:schemeClr val="dk1"/>
                </a:solidFill>
                <a:latin typeface="Albert Sans"/>
                <a:ea typeface="Albert Sans"/>
                <a:cs typeface="Albert Sans"/>
                <a:sym typeface="Albert Sans"/>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993" name="Google Shape;993;p18"/>
          <p:cNvSpPr txBox="1">
            <a:spLocks noGrp="1"/>
          </p:cNvSpPr>
          <p:nvPr>
            <p:ph type="subTitle" idx="5"/>
          </p:nvPr>
        </p:nvSpPr>
        <p:spPr>
          <a:xfrm>
            <a:off x="1200900" y="2313150"/>
            <a:ext cx="67422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000" b="1">
                <a:solidFill>
                  <a:schemeClr val="dk1"/>
                </a:solidFill>
                <a:latin typeface="Albert Sans"/>
                <a:ea typeface="Albert Sans"/>
                <a:cs typeface="Albert Sans"/>
                <a:sym typeface="Albert Sans"/>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994" name="Google Shape;994;p18"/>
          <p:cNvSpPr txBox="1">
            <a:spLocks noGrp="1"/>
          </p:cNvSpPr>
          <p:nvPr>
            <p:ph type="subTitle" idx="6"/>
          </p:nvPr>
        </p:nvSpPr>
        <p:spPr>
          <a:xfrm>
            <a:off x="1200900" y="3382388"/>
            <a:ext cx="67422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000" b="1">
                <a:solidFill>
                  <a:schemeClr val="dk1"/>
                </a:solidFill>
                <a:latin typeface="Albert Sans"/>
                <a:ea typeface="Albert Sans"/>
                <a:cs typeface="Albert Sans"/>
                <a:sym typeface="Albert Sans"/>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grpSp>
        <p:nvGrpSpPr>
          <p:cNvPr id="995" name="Google Shape;995;p18"/>
          <p:cNvGrpSpPr/>
          <p:nvPr/>
        </p:nvGrpSpPr>
        <p:grpSpPr>
          <a:xfrm>
            <a:off x="190301" y="174004"/>
            <a:ext cx="8808974" cy="4007621"/>
            <a:chOff x="190301" y="174004"/>
            <a:chExt cx="8808974" cy="4007621"/>
          </a:xfrm>
        </p:grpSpPr>
        <p:grpSp>
          <p:nvGrpSpPr>
            <p:cNvPr id="996" name="Google Shape;996;p18"/>
            <p:cNvGrpSpPr/>
            <p:nvPr/>
          </p:nvGrpSpPr>
          <p:grpSpPr>
            <a:xfrm rot="10800000">
              <a:off x="190301" y="3858950"/>
              <a:ext cx="298275" cy="322675"/>
              <a:chOff x="8667225" y="681525"/>
              <a:chExt cx="298275" cy="322675"/>
            </a:xfrm>
          </p:grpSpPr>
          <p:sp>
            <p:nvSpPr>
              <p:cNvPr id="997" name="Google Shape;997;p18"/>
              <p:cNvSpPr/>
              <p:nvPr/>
            </p:nvSpPr>
            <p:spPr>
              <a:xfrm rot="10800000">
                <a:off x="8667225" y="82162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98" name="Google Shape;998;p18"/>
              <p:cNvSpPr/>
              <p:nvPr/>
            </p:nvSpPr>
            <p:spPr>
              <a:xfrm rot="10800000">
                <a:off x="8825400" y="681525"/>
                <a:ext cx="140100" cy="14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99" name="Google Shape;999;p18"/>
              <p:cNvSpPr/>
              <p:nvPr/>
            </p:nvSpPr>
            <p:spPr>
              <a:xfrm rot="10800000">
                <a:off x="8869800" y="95290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000" name="Google Shape;1000;p18"/>
            <p:cNvGrpSpPr/>
            <p:nvPr/>
          </p:nvGrpSpPr>
          <p:grpSpPr>
            <a:xfrm rot="-5139163">
              <a:off x="8591694" y="201328"/>
              <a:ext cx="406266" cy="379191"/>
              <a:chOff x="140150" y="4657175"/>
              <a:chExt cx="406275" cy="379200"/>
            </a:xfrm>
          </p:grpSpPr>
          <p:sp>
            <p:nvSpPr>
              <p:cNvPr id="1001" name="Google Shape;1001;p18"/>
              <p:cNvSpPr/>
              <p:nvPr/>
            </p:nvSpPr>
            <p:spPr>
              <a:xfrm rot="10800000">
                <a:off x="140150" y="494967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02" name="Google Shape;1002;p18"/>
              <p:cNvSpPr/>
              <p:nvPr/>
            </p:nvSpPr>
            <p:spPr>
              <a:xfrm rot="10800000">
                <a:off x="298325" y="4657175"/>
                <a:ext cx="140100" cy="140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03" name="Google Shape;1003;p18"/>
              <p:cNvSpPr/>
              <p:nvPr/>
            </p:nvSpPr>
            <p:spPr>
              <a:xfrm rot="10800000">
                <a:off x="495125" y="485235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04" name="Google Shape;1004;p18"/>
              <p:cNvSpPr/>
              <p:nvPr/>
            </p:nvSpPr>
            <p:spPr>
              <a:xfrm rot="10800000">
                <a:off x="165050" y="4657175"/>
                <a:ext cx="51300" cy="51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grpSp>
        <p:nvGrpSpPr>
          <p:cNvPr id="1005" name="Google Shape;1005;p18"/>
          <p:cNvGrpSpPr/>
          <p:nvPr/>
        </p:nvGrpSpPr>
        <p:grpSpPr>
          <a:xfrm>
            <a:off x="115024" y="-2374836"/>
            <a:ext cx="8971639" cy="9886184"/>
            <a:chOff x="115024" y="-2374836"/>
            <a:chExt cx="8971639" cy="9886184"/>
          </a:xfrm>
        </p:grpSpPr>
        <p:grpSp>
          <p:nvGrpSpPr>
            <p:cNvPr id="1006" name="Google Shape;1006;p18"/>
            <p:cNvGrpSpPr/>
            <p:nvPr/>
          </p:nvGrpSpPr>
          <p:grpSpPr>
            <a:xfrm flipH="1">
              <a:off x="115024" y="-2374836"/>
              <a:ext cx="3687215" cy="3485542"/>
              <a:chOff x="5337386" y="-2374836"/>
              <a:chExt cx="3687215" cy="3485542"/>
            </a:xfrm>
          </p:grpSpPr>
          <p:sp>
            <p:nvSpPr>
              <p:cNvPr id="1007" name="Google Shape;1007;p18"/>
              <p:cNvSpPr/>
              <p:nvPr/>
            </p:nvSpPr>
            <p:spPr>
              <a:xfrm rot="9698973">
                <a:off x="8256504" y="-2357857"/>
                <a:ext cx="128642" cy="128642"/>
              </a:xfrm>
              <a:prstGeom prst="ellipse">
                <a:avLst/>
              </a:prstGeom>
              <a:solidFill>
                <a:srgbClr val="FFD96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08" name="Google Shape;1008;p18"/>
              <p:cNvSpPr/>
              <p:nvPr/>
            </p:nvSpPr>
            <p:spPr>
              <a:xfrm rot="9699868">
                <a:off x="6325487" y="-94127"/>
                <a:ext cx="164028" cy="164028"/>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09" name="Google Shape;1009;p18"/>
              <p:cNvSpPr/>
              <p:nvPr/>
            </p:nvSpPr>
            <p:spPr>
              <a:xfrm rot="9695130">
                <a:off x="7230532" y="-1291785"/>
                <a:ext cx="265916" cy="265916"/>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10" name="Google Shape;1010;p18"/>
              <p:cNvSpPr/>
              <p:nvPr/>
            </p:nvSpPr>
            <p:spPr>
              <a:xfrm rot="9708981">
                <a:off x="8013809" y="-151576"/>
                <a:ext cx="86521" cy="86521"/>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11" name="Google Shape;1011;p18"/>
              <p:cNvSpPr/>
              <p:nvPr/>
            </p:nvSpPr>
            <p:spPr>
              <a:xfrm rot="9699377">
                <a:off x="8889724" y="131264"/>
                <a:ext cx="119155" cy="119155"/>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12" name="Google Shape;1012;p18"/>
              <p:cNvSpPr/>
              <p:nvPr/>
            </p:nvSpPr>
            <p:spPr>
              <a:xfrm rot="-9307649">
                <a:off x="7169475" y="191656"/>
                <a:ext cx="86305" cy="86305"/>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13" name="Google Shape;1013;p18"/>
              <p:cNvSpPr/>
              <p:nvPr/>
            </p:nvSpPr>
            <p:spPr>
              <a:xfrm rot="9708981">
                <a:off x="7609568" y="-1824766"/>
                <a:ext cx="86521" cy="86521"/>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14" name="Google Shape;1014;p18"/>
              <p:cNvSpPr/>
              <p:nvPr/>
            </p:nvSpPr>
            <p:spPr>
              <a:xfrm rot="9698900">
                <a:off x="5354617" y="277974"/>
                <a:ext cx="130539" cy="130539"/>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015" name="Google Shape;1015;p18"/>
              <p:cNvCxnSpPr>
                <a:stCxn id="1011" idx="5"/>
                <a:endCxn id="1010" idx="1"/>
              </p:cNvCxnSpPr>
              <p:nvPr/>
            </p:nvCxnSpPr>
            <p:spPr>
              <a:xfrm rot="10800000">
                <a:off x="8095656" y="-88788"/>
                <a:ext cx="800400" cy="252900"/>
              </a:xfrm>
              <a:prstGeom prst="straightConnector1">
                <a:avLst/>
              </a:prstGeom>
              <a:noFill/>
              <a:ln w="9525" cap="flat" cmpd="sng">
                <a:solidFill>
                  <a:schemeClr val="dk2"/>
                </a:solidFill>
                <a:prstDash val="solid"/>
                <a:round/>
                <a:headEnd type="none" w="med" len="med"/>
                <a:tailEnd type="none" w="med" len="med"/>
              </a:ln>
            </p:spPr>
          </p:cxnSp>
          <p:cxnSp>
            <p:nvCxnSpPr>
              <p:cNvPr id="1016" name="Google Shape;1016;p18"/>
              <p:cNvCxnSpPr>
                <a:stCxn id="1012" idx="4"/>
                <a:endCxn id="1010" idx="6"/>
              </p:cNvCxnSpPr>
              <p:nvPr/>
            </p:nvCxnSpPr>
            <p:spPr>
              <a:xfrm rot="10800000" flipH="1">
                <a:off x="7230777" y="-94742"/>
                <a:ext cx="785100" cy="290400"/>
              </a:xfrm>
              <a:prstGeom prst="straightConnector1">
                <a:avLst/>
              </a:prstGeom>
              <a:noFill/>
              <a:ln w="9525" cap="flat" cmpd="sng">
                <a:solidFill>
                  <a:schemeClr val="dk2"/>
                </a:solidFill>
                <a:prstDash val="solid"/>
                <a:round/>
                <a:headEnd type="none" w="med" len="med"/>
                <a:tailEnd type="none" w="med" len="med"/>
              </a:ln>
            </p:spPr>
          </p:cxnSp>
          <p:cxnSp>
            <p:nvCxnSpPr>
              <p:cNvPr id="1017" name="Google Shape;1017;p18"/>
              <p:cNvCxnSpPr>
                <a:stCxn id="1007" idx="0"/>
                <a:endCxn id="1011" idx="4"/>
              </p:cNvCxnSpPr>
              <p:nvPr/>
            </p:nvCxnSpPr>
            <p:spPr>
              <a:xfrm>
                <a:off x="8341075" y="-2232486"/>
                <a:ext cx="589500" cy="2366700"/>
              </a:xfrm>
              <a:prstGeom prst="straightConnector1">
                <a:avLst/>
              </a:prstGeom>
              <a:noFill/>
              <a:ln w="9525" cap="flat" cmpd="sng">
                <a:solidFill>
                  <a:schemeClr val="dk2"/>
                </a:solidFill>
                <a:prstDash val="solid"/>
                <a:round/>
                <a:headEnd type="none" w="med" len="med"/>
                <a:tailEnd type="none" w="med" len="med"/>
              </a:ln>
            </p:spPr>
          </p:cxnSp>
          <p:cxnSp>
            <p:nvCxnSpPr>
              <p:cNvPr id="1018" name="Google Shape;1018;p18"/>
              <p:cNvCxnSpPr>
                <a:stCxn id="1011" idx="6"/>
                <a:endCxn id="1012" idx="2"/>
              </p:cNvCxnSpPr>
              <p:nvPr/>
            </p:nvCxnSpPr>
            <p:spPr>
              <a:xfrm flipH="1">
                <a:off x="7251752" y="209591"/>
                <a:ext cx="1641000" cy="43500"/>
              </a:xfrm>
              <a:prstGeom prst="straightConnector1">
                <a:avLst/>
              </a:prstGeom>
              <a:noFill/>
              <a:ln w="9525" cap="flat" cmpd="sng">
                <a:solidFill>
                  <a:schemeClr val="dk2"/>
                </a:solidFill>
                <a:prstDash val="solid"/>
                <a:round/>
                <a:headEnd type="none" w="med" len="med"/>
                <a:tailEnd type="none" w="med" len="med"/>
              </a:ln>
            </p:spPr>
          </p:cxnSp>
          <p:cxnSp>
            <p:nvCxnSpPr>
              <p:cNvPr id="1019" name="Google Shape;1019;p18"/>
              <p:cNvCxnSpPr>
                <a:stCxn id="1012" idx="6"/>
                <a:endCxn id="1008" idx="1"/>
              </p:cNvCxnSpPr>
              <p:nvPr/>
            </p:nvCxnSpPr>
            <p:spPr>
              <a:xfrm rot="10800000">
                <a:off x="6480777" y="24658"/>
                <a:ext cx="692700" cy="192000"/>
              </a:xfrm>
              <a:prstGeom prst="straightConnector1">
                <a:avLst/>
              </a:prstGeom>
              <a:noFill/>
              <a:ln w="9525" cap="flat" cmpd="sng">
                <a:solidFill>
                  <a:schemeClr val="dk2"/>
                </a:solidFill>
                <a:prstDash val="solid"/>
                <a:round/>
                <a:headEnd type="none" w="med" len="med"/>
                <a:tailEnd type="none" w="med" len="med"/>
              </a:ln>
            </p:spPr>
          </p:cxnSp>
          <p:cxnSp>
            <p:nvCxnSpPr>
              <p:cNvPr id="1020" name="Google Shape;1020;p18"/>
              <p:cNvCxnSpPr>
                <a:stCxn id="1010" idx="6"/>
                <a:endCxn id="1008" idx="1"/>
              </p:cNvCxnSpPr>
              <p:nvPr/>
            </p:nvCxnSpPr>
            <p:spPr>
              <a:xfrm flipH="1">
                <a:off x="6480870" y="-94816"/>
                <a:ext cx="1535100" cy="119400"/>
              </a:xfrm>
              <a:prstGeom prst="straightConnector1">
                <a:avLst/>
              </a:prstGeom>
              <a:noFill/>
              <a:ln w="9525" cap="flat" cmpd="sng">
                <a:solidFill>
                  <a:schemeClr val="dk2"/>
                </a:solidFill>
                <a:prstDash val="solid"/>
                <a:round/>
                <a:headEnd type="none" w="med" len="med"/>
                <a:tailEnd type="none" w="med" len="med"/>
              </a:ln>
            </p:spPr>
          </p:cxnSp>
          <p:cxnSp>
            <p:nvCxnSpPr>
              <p:cNvPr id="1021" name="Google Shape;1021;p18"/>
              <p:cNvCxnSpPr>
                <a:stCxn id="1007" idx="6"/>
                <a:endCxn id="1013" idx="3"/>
              </p:cNvCxnSpPr>
              <p:nvPr/>
            </p:nvCxnSpPr>
            <p:spPr>
              <a:xfrm flipH="1">
                <a:off x="7672375" y="-2273286"/>
                <a:ext cx="587400" cy="453300"/>
              </a:xfrm>
              <a:prstGeom prst="straightConnector1">
                <a:avLst/>
              </a:prstGeom>
              <a:noFill/>
              <a:ln w="9525" cap="flat" cmpd="sng">
                <a:solidFill>
                  <a:schemeClr val="dk2"/>
                </a:solidFill>
                <a:prstDash val="solid"/>
                <a:round/>
                <a:headEnd type="none" w="med" len="med"/>
                <a:tailEnd type="none" w="med" len="med"/>
              </a:ln>
            </p:spPr>
          </p:cxnSp>
          <p:cxnSp>
            <p:nvCxnSpPr>
              <p:cNvPr id="1022" name="Google Shape;1022;p18"/>
              <p:cNvCxnSpPr>
                <a:stCxn id="1007" idx="7"/>
                <a:endCxn id="1010" idx="4"/>
              </p:cNvCxnSpPr>
              <p:nvPr/>
            </p:nvCxnSpPr>
            <p:spPr>
              <a:xfrm flipH="1">
                <a:off x="8043575" y="-2236048"/>
                <a:ext cx="248400" cy="2086500"/>
              </a:xfrm>
              <a:prstGeom prst="straightConnector1">
                <a:avLst/>
              </a:prstGeom>
              <a:noFill/>
              <a:ln w="9525" cap="flat" cmpd="sng">
                <a:solidFill>
                  <a:schemeClr val="dk2"/>
                </a:solidFill>
                <a:prstDash val="solid"/>
                <a:round/>
                <a:headEnd type="none" w="med" len="med"/>
                <a:tailEnd type="none" w="med" len="med"/>
              </a:ln>
            </p:spPr>
          </p:cxnSp>
          <p:cxnSp>
            <p:nvCxnSpPr>
              <p:cNvPr id="1023" name="Google Shape;1023;p18"/>
              <p:cNvCxnSpPr>
                <a:stCxn id="1013" idx="7"/>
                <a:endCxn id="1009" idx="3"/>
              </p:cNvCxnSpPr>
              <p:nvPr/>
            </p:nvCxnSpPr>
            <p:spPr>
              <a:xfrm flipH="1">
                <a:off x="7423012" y="-1742897"/>
                <a:ext cx="210300" cy="465300"/>
              </a:xfrm>
              <a:prstGeom prst="straightConnector1">
                <a:avLst/>
              </a:prstGeom>
              <a:noFill/>
              <a:ln w="9525" cap="flat" cmpd="sng">
                <a:solidFill>
                  <a:schemeClr val="dk2"/>
                </a:solidFill>
                <a:prstDash val="solid"/>
                <a:round/>
                <a:headEnd type="none" w="med" len="med"/>
                <a:tailEnd type="none" w="med" len="med"/>
              </a:ln>
            </p:spPr>
          </p:cxnSp>
          <p:cxnSp>
            <p:nvCxnSpPr>
              <p:cNvPr id="1024" name="Google Shape;1024;p18"/>
              <p:cNvCxnSpPr>
                <a:stCxn id="1009" idx="0"/>
                <a:endCxn id="1010" idx="4"/>
              </p:cNvCxnSpPr>
              <p:nvPr/>
            </p:nvCxnSpPr>
            <p:spPr>
              <a:xfrm>
                <a:off x="7405490" y="-1032677"/>
                <a:ext cx="638100" cy="883200"/>
              </a:xfrm>
              <a:prstGeom prst="straightConnector1">
                <a:avLst/>
              </a:prstGeom>
              <a:noFill/>
              <a:ln w="9525" cap="flat" cmpd="sng">
                <a:solidFill>
                  <a:schemeClr val="dk2"/>
                </a:solidFill>
                <a:prstDash val="solid"/>
                <a:round/>
                <a:headEnd type="none" w="med" len="med"/>
                <a:tailEnd type="none" w="med" len="med"/>
              </a:ln>
            </p:spPr>
          </p:cxnSp>
          <p:cxnSp>
            <p:nvCxnSpPr>
              <p:cNvPr id="1025" name="Google Shape;1025;p18"/>
              <p:cNvCxnSpPr>
                <a:stCxn id="1014" idx="2"/>
                <a:endCxn id="1008" idx="6"/>
              </p:cNvCxnSpPr>
              <p:nvPr/>
            </p:nvCxnSpPr>
            <p:spPr>
              <a:xfrm rot="10800000" flipH="1">
                <a:off x="5481836" y="13694"/>
                <a:ext cx="847800" cy="309000"/>
              </a:xfrm>
              <a:prstGeom prst="straightConnector1">
                <a:avLst/>
              </a:prstGeom>
              <a:noFill/>
              <a:ln w="9525" cap="flat" cmpd="sng">
                <a:solidFill>
                  <a:schemeClr val="dk2"/>
                </a:solidFill>
                <a:prstDash val="solid"/>
                <a:round/>
                <a:headEnd type="none" w="med" len="med"/>
                <a:tailEnd type="none" w="med" len="med"/>
              </a:ln>
            </p:spPr>
          </p:cxnSp>
          <p:cxnSp>
            <p:nvCxnSpPr>
              <p:cNvPr id="1026" name="Google Shape;1026;p18"/>
              <p:cNvCxnSpPr>
                <a:stCxn id="1012" idx="7"/>
                <a:endCxn id="1014" idx="1"/>
              </p:cNvCxnSpPr>
              <p:nvPr/>
            </p:nvCxnSpPr>
            <p:spPr>
              <a:xfrm flipH="1">
                <a:off x="5478310" y="249658"/>
                <a:ext cx="1693800" cy="123000"/>
              </a:xfrm>
              <a:prstGeom prst="straightConnector1">
                <a:avLst/>
              </a:prstGeom>
              <a:noFill/>
              <a:ln w="9525" cap="flat" cmpd="sng">
                <a:solidFill>
                  <a:schemeClr val="dk2"/>
                </a:solidFill>
                <a:prstDash val="solid"/>
                <a:round/>
                <a:headEnd type="none" w="med" len="med"/>
                <a:tailEnd type="none" w="med" len="med"/>
              </a:ln>
            </p:spPr>
          </p:cxnSp>
          <p:sp>
            <p:nvSpPr>
              <p:cNvPr id="1027" name="Google Shape;1027;p18"/>
              <p:cNvSpPr/>
              <p:nvPr/>
            </p:nvSpPr>
            <p:spPr>
              <a:xfrm rot="9708981">
                <a:off x="6280042" y="-655695"/>
                <a:ext cx="86521" cy="86521"/>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028" name="Google Shape;1028;p18"/>
              <p:cNvCxnSpPr>
                <a:stCxn id="1014" idx="3"/>
                <a:endCxn id="1027" idx="6"/>
              </p:cNvCxnSpPr>
              <p:nvPr/>
            </p:nvCxnSpPr>
            <p:spPr>
              <a:xfrm rot="10800000" flipH="1">
                <a:off x="5449161" y="-598892"/>
                <a:ext cx="833100" cy="883800"/>
              </a:xfrm>
              <a:prstGeom prst="straightConnector1">
                <a:avLst/>
              </a:prstGeom>
              <a:noFill/>
              <a:ln w="9525" cap="flat" cmpd="sng">
                <a:solidFill>
                  <a:schemeClr val="dk2"/>
                </a:solidFill>
                <a:prstDash val="solid"/>
                <a:round/>
                <a:headEnd type="none" w="med" len="med"/>
                <a:tailEnd type="none" w="med" len="med"/>
              </a:ln>
            </p:spPr>
          </p:cxnSp>
          <p:cxnSp>
            <p:nvCxnSpPr>
              <p:cNvPr id="1029" name="Google Shape;1029;p18"/>
              <p:cNvCxnSpPr>
                <a:stCxn id="1027" idx="2"/>
                <a:endCxn id="1009" idx="6"/>
              </p:cNvCxnSpPr>
              <p:nvPr/>
            </p:nvCxnSpPr>
            <p:spPr>
              <a:xfrm rot="10800000" flipH="1">
                <a:off x="6364402" y="-1116735"/>
                <a:ext cx="873000" cy="490800"/>
              </a:xfrm>
              <a:prstGeom prst="straightConnector1">
                <a:avLst/>
              </a:prstGeom>
              <a:noFill/>
              <a:ln w="9525" cap="flat" cmpd="sng">
                <a:solidFill>
                  <a:schemeClr val="dk2"/>
                </a:solidFill>
                <a:prstDash val="solid"/>
                <a:round/>
                <a:headEnd type="none" w="med" len="med"/>
                <a:tailEnd type="none" w="med" len="med"/>
              </a:ln>
            </p:spPr>
          </p:cxnSp>
          <p:cxnSp>
            <p:nvCxnSpPr>
              <p:cNvPr id="1030" name="Google Shape;1030;p18"/>
              <p:cNvCxnSpPr>
                <a:stCxn id="1027" idx="0"/>
                <a:endCxn id="1008" idx="4"/>
              </p:cNvCxnSpPr>
              <p:nvPr/>
            </p:nvCxnSpPr>
            <p:spPr>
              <a:xfrm>
                <a:off x="6336802" y="-571335"/>
                <a:ext cx="45000" cy="481500"/>
              </a:xfrm>
              <a:prstGeom prst="straightConnector1">
                <a:avLst/>
              </a:prstGeom>
              <a:noFill/>
              <a:ln w="9525" cap="flat" cmpd="sng">
                <a:solidFill>
                  <a:schemeClr val="dk2"/>
                </a:solidFill>
                <a:prstDash val="solid"/>
                <a:round/>
                <a:headEnd type="none" w="med" len="med"/>
                <a:tailEnd type="none" w="med" len="med"/>
              </a:ln>
            </p:spPr>
          </p:cxnSp>
          <p:cxnSp>
            <p:nvCxnSpPr>
              <p:cNvPr id="1031" name="Google Shape;1031;p18"/>
              <p:cNvCxnSpPr>
                <a:stCxn id="1027" idx="1"/>
                <a:endCxn id="1010" idx="5"/>
              </p:cNvCxnSpPr>
              <p:nvPr/>
            </p:nvCxnSpPr>
            <p:spPr>
              <a:xfrm>
                <a:off x="6361911" y="-592919"/>
                <a:ext cx="1656600" cy="465000"/>
              </a:xfrm>
              <a:prstGeom prst="straightConnector1">
                <a:avLst/>
              </a:prstGeom>
              <a:noFill/>
              <a:ln w="9525" cap="flat" cmpd="sng">
                <a:solidFill>
                  <a:schemeClr val="dk2"/>
                </a:solidFill>
                <a:prstDash val="solid"/>
                <a:round/>
                <a:headEnd type="none" w="med" len="med"/>
                <a:tailEnd type="none" w="med" len="med"/>
              </a:ln>
            </p:spPr>
          </p:cxnSp>
          <p:sp>
            <p:nvSpPr>
              <p:cNvPr id="1032" name="Google Shape;1032;p18"/>
              <p:cNvSpPr/>
              <p:nvPr/>
            </p:nvSpPr>
            <p:spPr>
              <a:xfrm rot="9698973">
                <a:off x="7912582" y="-1816833"/>
                <a:ext cx="128642" cy="128642"/>
              </a:xfrm>
              <a:prstGeom prst="ellipse">
                <a:avLst/>
              </a:prstGeom>
              <a:solidFill>
                <a:srgbClr val="86CF6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033" name="Google Shape;1033;p18"/>
              <p:cNvCxnSpPr>
                <a:stCxn id="1009" idx="2"/>
                <a:endCxn id="1032" idx="7"/>
              </p:cNvCxnSpPr>
              <p:nvPr/>
            </p:nvCxnSpPr>
            <p:spPr>
              <a:xfrm rot="10800000" flipH="1">
                <a:off x="7489640" y="-1694927"/>
                <a:ext cx="458400" cy="494100"/>
              </a:xfrm>
              <a:prstGeom prst="straightConnector1">
                <a:avLst/>
              </a:prstGeom>
              <a:noFill/>
              <a:ln w="9525" cap="flat" cmpd="sng">
                <a:solidFill>
                  <a:schemeClr val="dk2"/>
                </a:solidFill>
                <a:prstDash val="solid"/>
                <a:round/>
                <a:headEnd type="none" w="med" len="med"/>
                <a:tailEnd type="none" w="med" len="med"/>
              </a:ln>
            </p:spPr>
          </p:cxnSp>
          <p:cxnSp>
            <p:nvCxnSpPr>
              <p:cNvPr id="1034" name="Google Shape;1034;p18"/>
              <p:cNvCxnSpPr>
                <a:stCxn id="1032" idx="3"/>
                <a:endCxn id="1007" idx="7"/>
              </p:cNvCxnSpPr>
              <p:nvPr/>
            </p:nvCxnSpPr>
            <p:spPr>
              <a:xfrm rot="10800000" flipH="1">
                <a:off x="8005753" y="-2236000"/>
                <a:ext cx="286200" cy="426000"/>
              </a:xfrm>
              <a:prstGeom prst="straightConnector1">
                <a:avLst/>
              </a:prstGeom>
              <a:noFill/>
              <a:ln w="9525" cap="flat" cmpd="sng">
                <a:solidFill>
                  <a:schemeClr val="dk2"/>
                </a:solidFill>
                <a:prstDash val="solid"/>
                <a:round/>
                <a:headEnd type="none" w="med" len="med"/>
                <a:tailEnd type="none" w="med" len="med"/>
              </a:ln>
            </p:spPr>
          </p:cxnSp>
          <p:cxnSp>
            <p:nvCxnSpPr>
              <p:cNvPr id="1035" name="Google Shape;1035;p18"/>
              <p:cNvCxnSpPr>
                <a:stCxn id="1010" idx="4"/>
                <a:endCxn id="1032" idx="0"/>
              </p:cNvCxnSpPr>
              <p:nvPr/>
            </p:nvCxnSpPr>
            <p:spPr>
              <a:xfrm rot="10800000">
                <a:off x="7997070" y="-1691416"/>
                <a:ext cx="46500" cy="1542000"/>
              </a:xfrm>
              <a:prstGeom prst="straightConnector1">
                <a:avLst/>
              </a:prstGeom>
              <a:noFill/>
              <a:ln w="9525" cap="flat" cmpd="sng">
                <a:solidFill>
                  <a:schemeClr val="dk2"/>
                </a:solidFill>
                <a:prstDash val="solid"/>
                <a:round/>
                <a:headEnd type="none" w="med" len="med"/>
                <a:tailEnd type="none" w="med" len="med"/>
              </a:ln>
            </p:spPr>
          </p:cxnSp>
          <p:sp>
            <p:nvSpPr>
              <p:cNvPr id="1036" name="Google Shape;1036;p18"/>
              <p:cNvSpPr/>
              <p:nvPr/>
            </p:nvSpPr>
            <p:spPr>
              <a:xfrm rot="9700738">
                <a:off x="8739027" y="840659"/>
                <a:ext cx="238594" cy="238594"/>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037" name="Google Shape;1037;p18"/>
              <p:cNvCxnSpPr>
                <a:stCxn id="1010" idx="0"/>
                <a:endCxn id="1036" idx="4"/>
              </p:cNvCxnSpPr>
              <p:nvPr/>
            </p:nvCxnSpPr>
            <p:spPr>
              <a:xfrm>
                <a:off x="8070570" y="-67216"/>
                <a:ext cx="750300" cy="913800"/>
              </a:xfrm>
              <a:prstGeom prst="straightConnector1">
                <a:avLst/>
              </a:prstGeom>
              <a:noFill/>
              <a:ln w="9525" cap="flat" cmpd="sng">
                <a:solidFill>
                  <a:schemeClr val="dk2"/>
                </a:solidFill>
                <a:prstDash val="solid"/>
                <a:round/>
                <a:headEnd type="none" w="med" len="med"/>
                <a:tailEnd type="none" w="med" len="med"/>
              </a:ln>
            </p:spPr>
          </p:cxnSp>
          <p:cxnSp>
            <p:nvCxnSpPr>
              <p:cNvPr id="1038" name="Google Shape;1038;p18"/>
              <p:cNvCxnSpPr>
                <a:stCxn id="1011" idx="7"/>
                <a:endCxn id="1036" idx="3"/>
              </p:cNvCxnSpPr>
              <p:nvPr/>
            </p:nvCxnSpPr>
            <p:spPr>
              <a:xfrm flipH="1">
                <a:off x="8911773" y="244086"/>
                <a:ext cx="10800" cy="609300"/>
              </a:xfrm>
              <a:prstGeom prst="straightConnector1">
                <a:avLst/>
              </a:prstGeom>
              <a:noFill/>
              <a:ln w="9525" cap="flat" cmpd="sng">
                <a:solidFill>
                  <a:schemeClr val="dk2"/>
                </a:solidFill>
                <a:prstDash val="solid"/>
                <a:round/>
                <a:headEnd type="none" w="med" len="med"/>
                <a:tailEnd type="none" w="med" len="med"/>
              </a:ln>
            </p:spPr>
          </p:cxnSp>
        </p:grpSp>
        <p:grpSp>
          <p:nvGrpSpPr>
            <p:cNvPr id="1039" name="Google Shape;1039;p18"/>
            <p:cNvGrpSpPr/>
            <p:nvPr/>
          </p:nvGrpSpPr>
          <p:grpSpPr>
            <a:xfrm>
              <a:off x="4731484" y="3997585"/>
              <a:ext cx="4355179" cy="3513764"/>
              <a:chOff x="720009" y="3852908"/>
              <a:chExt cx="4355179" cy="3513764"/>
            </a:xfrm>
          </p:grpSpPr>
          <p:sp>
            <p:nvSpPr>
              <p:cNvPr id="1040" name="Google Shape;1040;p18"/>
              <p:cNvSpPr/>
              <p:nvPr/>
            </p:nvSpPr>
            <p:spPr>
              <a:xfrm rot="8759498">
                <a:off x="4842687" y="3890706"/>
                <a:ext cx="194703" cy="194703"/>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41" name="Google Shape;1041;p18"/>
              <p:cNvSpPr/>
              <p:nvPr/>
            </p:nvSpPr>
            <p:spPr>
              <a:xfrm rot="8759498">
                <a:off x="2275964" y="6863806"/>
                <a:ext cx="194703" cy="194703"/>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42" name="Google Shape;1042;p18"/>
              <p:cNvSpPr/>
              <p:nvPr/>
            </p:nvSpPr>
            <p:spPr>
              <a:xfrm rot="8760064">
                <a:off x="1605200" y="4894668"/>
                <a:ext cx="401304" cy="401304"/>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43" name="Google Shape;1043;p18"/>
              <p:cNvSpPr/>
              <p:nvPr/>
            </p:nvSpPr>
            <p:spPr>
              <a:xfrm rot="8752287">
                <a:off x="3601108" y="6091497"/>
                <a:ext cx="130469" cy="130469"/>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44" name="Google Shape;1044;p18"/>
              <p:cNvSpPr/>
              <p:nvPr/>
            </p:nvSpPr>
            <p:spPr>
              <a:xfrm rot="8754177">
                <a:off x="4682827" y="4819876"/>
                <a:ext cx="210847" cy="210847"/>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45" name="Google Shape;1045;p18"/>
              <p:cNvSpPr/>
              <p:nvPr/>
            </p:nvSpPr>
            <p:spPr>
              <a:xfrm rot="8752287">
                <a:off x="3494792" y="7210837"/>
                <a:ext cx="130469" cy="130469"/>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46" name="Google Shape;1046;p18"/>
              <p:cNvSpPr/>
              <p:nvPr/>
            </p:nvSpPr>
            <p:spPr>
              <a:xfrm rot="8752287">
                <a:off x="3265787" y="4938959"/>
                <a:ext cx="130469" cy="130469"/>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47" name="Google Shape;1047;p18"/>
              <p:cNvSpPr/>
              <p:nvPr/>
            </p:nvSpPr>
            <p:spPr>
              <a:xfrm rot="8754847">
                <a:off x="1467743" y="6207539"/>
                <a:ext cx="96354" cy="96354"/>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048" name="Google Shape;1048;p18"/>
              <p:cNvCxnSpPr>
                <a:stCxn id="1045" idx="4"/>
                <a:endCxn id="1043" idx="0"/>
              </p:cNvCxnSpPr>
              <p:nvPr/>
            </p:nvCxnSpPr>
            <p:spPr>
              <a:xfrm rot="10800000" flipH="1">
                <a:off x="3523426" y="6210771"/>
                <a:ext cx="179400" cy="1011300"/>
              </a:xfrm>
              <a:prstGeom prst="straightConnector1">
                <a:avLst/>
              </a:prstGeom>
              <a:noFill/>
              <a:ln w="9525" cap="flat" cmpd="sng">
                <a:solidFill>
                  <a:schemeClr val="dk2"/>
                </a:solidFill>
                <a:prstDash val="solid"/>
                <a:round/>
                <a:headEnd type="none" w="med" len="med"/>
                <a:tailEnd type="none" w="med" len="med"/>
              </a:ln>
            </p:spPr>
          </p:cxnSp>
          <p:cxnSp>
            <p:nvCxnSpPr>
              <p:cNvPr id="1049" name="Google Shape;1049;p18"/>
              <p:cNvCxnSpPr>
                <a:stCxn id="1040" idx="7"/>
                <a:endCxn id="1044" idx="3"/>
              </p:cNvCxnSpPr>
              <p:nvPr/>
            </p:nvCxnSpPr>
            <p:spPr>
              <a:xfrm flipH="1">
                <a:off x="4808077" y="4083623"/>
                <a:ext cx="113400" cy="738300"/>
              </a:xfrm>
              <a:prstGeom prst="straightConnector1">
                <a:avLst/>
              </a:prstGeom>
              <a:noFill/>
              <a:ln w="9525" cap="flat" cmpd="sng">
                <a:solidFill>
                  <a:schemeClr val="dk2"/>
                </a:solidFill>
                <a:prstDash val="solid"/>
                <a:round/>
                <a:headEnd type="none" w="med" len="med"/>
                <a:tailEnd type="none" w="med" len="med"/>
              </a:ln>
            </p:spPr>
          </p:cxnSp>
          <p:cxnSp>
            <p:nvCxnSpPr>
              <p:cNvPr id="1050" name="Google Shape;1050;p18"/>
              <p:cNvCxnSpPr>
                <a:stCxn id="1044" idx="7"/>
                <a:endCxn id="1045" idx="2"/>
              </p:cNvCxnSpPr>
              <p:nvPr/>
            </p:nvCxnSpPr>
            <p:spPr>
              <a:xfrm flipH="1">
                <a:off x="3613910" y="5028820"/>
                <a:ext cx="1154400" cy="2210700"/>
              </a:xfrm>
              <a:prstGeom prst="straightConnector1">
                <a:avLst/>
              </a:prstGeom>
              <a:noFill/>
              <a:ln w="9525" cap="flat" cmpd="sng">
                <a:solidFill>
                  <a:schemeClr val="dk2"/>
                </a:solidFill>
                <a:prstDash val="solid"/>
                <a:round/>
                <a:headEnd type="none" w="med" len="med"/>
                <a:tailEnd type="none" w="med" len="med"/>
              </a:ln>
            </p:spPr>
          </p:cxnSp>
          <p:cxnSp>
            <p:nvCxnSpPr>
              <p:cNvPr id="1051" name="Google Shape;1051;p18"/>
              <p:cNvCxnSpPr>
                <a:stCxn id="1045" idx="6"/>
                <a:endCxn id="1041" idx="1"/>
              </p:cNvCxnSpPr>
              <p:nvPr/>
            </p:nvCxnSpPr>
            <p:spPr>
              <a:xfrm rot="10800000">
                <a:off x="2468926" y="6979671"/>
                <a:ext cx="1037100" cy="333000"/>
              </a:xfrm>
              <a:prstGeom prst="straightConnector1">
                <a:avLst/>
              </a:prstGeom>
              <a:noFill/>
              <a:ln w="9525" cap="flat" cmpd="sng">
                <a:solidFill>
                  <a:schemeClr val="dk2"/>
                </a:solidFill>
                <a:prstDash val="solid"/>
                <a:round/>
                <a:headEnd type="none" w="med" len="med"/>
                <a:tailEnd type="none" w="med" len="med"/>
              </a:ln>
            </p:spPr>
          </p:cxnSp>
          <p:cxnSp>
            <p:nvCxnSpPr>
              <p:cNvPr id="1052" name="Google Shape;1052;p18"/>
              <p:cNvCxnSpPr>
                <a:stCxn id="1043" idx="7"/>
                <a:endCxn id="1041" idx="3"/>
              </p:cNvCxnSpPr>
              <p:nvPr/>
            </p:nvCxnSpPr>
            <p:spPr>
              <a:xfrm flipH="1">
                <a:off x="2391939" y="6220795"/>
                <a:ext cx="1262100" cy="644700"/>
              </a:xfrm>
              <a:prstGeom prst="straightConnector1">
                <a:avLst/>
              </a:prstGeom>
              <a:noFill/>
              <a:ln w="9525" cap="flat" cmpd="sng">
                <a:solidFill>
                  <a:schemeClr val="dk2"/>
                </a:solidFill>
                <a:prstDash val="solid"/>
                <a:round/>
                <a:headEnd type="none" w="med" len="med"/>
                <a:tailEnd type="none" w="med" len="med"/>
              </a:ln>
            </p:spPr>
          </p:cxnSp>
          <p:cxnSp>
            <p:nvCxnSpPr>
              <p:cNvPr id="1053" name="Google Shape;1053;p18"/>
              <p:cNvCxnSpPr>
                <a:stCxn id="1040" idx="6"/>
                <a:endCxn id="1046" idx="2"/>
              </p:cNvCxnSpPr>
              <p:nvPr/>
            </p:nvCxnSpPr>
            <p:spPr>
              <a:xfrm flipH="1">
                <a:off x="3385138" y="4042508"/>
                <a:ext cx="1474200" cy="925200"/>
              </a:xfrm>
              <a:prstGeom prst="straightConnector1">
                <a:avLst/>
              </a:prstGeom>
              <a:noFill/>
              <a:ln w="9525" cap="flat" cmpd="sng">
                <a:solidFill>
                  <a:schemeClr val="dk2"/>
                </a:solidFill>
                <a:prstDash val="solid"/>
                <a:round/>
                <a:headEnd type="none" w="med" len="med"/>
                <a:tailEnd type="none" w="med" len="med"/>
              </a:ln>
            </p:spPr>
          </p:cxnSp>
          <p:cxnSp>
            <p:nvCxnSpPr>
              <p:cNvPr id="1054" name="Google Shape;1054;p18"/>
              <p:cNvCxnSpPr>
                <a:stCxn id="1046" idx="0"/>
                <a:endCxn id="1043" idx="2"/>
              </p:cNvCxnSpPr>
              <p:nvPr/>
            </p:nvCxnSpPr>
            <p:spPr>
              <a:xfrm>
                <a:off x="3367622" y="5058194"/>
                <a:ext cx="352800" cy="1062000"/>
              </a:xfrm>
              <a:prstGeom prst="straightConnector1">
                <a:avLst/>
              </a:prstGeom>
              <a:noFill/>
              <a:ln w="9525" cap="flat" cmpd="sng">
                <a:solidFill>
                  <a:schemeClr val="dk2"/>
                </a:solidFill>
                <a:prstDash val="solid"/>
                <a:round/>
                <a:headEnd type="none" w="med" len="med"/>
                <a:tailEnd type="none" w="med" len="med"/>
              </a:ln>
            </p:spPr>
          </p:cxnSp>
          <p:cxnSp>
            <p:nvCxnSpPr>
              <p:cNvPr id="1055" name="Google Shape;1055;p18"/>
              <p:cNvCxnSpPr>
                <a:stCxn id="1046" idx="5"/>
                <a:endCxn id="1042" idx="1"/>
              </p:cNvCxnSpPr>
              <p:nvPr/>
            </p:nvCxnSpPr>
            <p:spPr>
              <a:xfrm flipH="1">
                <a:off x="2002758" y="4991890"/>
                <a:ext cx="1264200" cy="141600"/>
              </a:xfrm>
              <a:prstGeom prst="straightConnector1">
                <a:avLst/>
              </a:prstGeom>
              <a:noFill/>
              <a:ln w="9525" cap="flat" cmpd="sng">
                <a:solidFill>
                  <a:schemeClr val="dk2"/>
                </a:solidFill>
                <a:prstDash val="solid"/>
                <a:round/>
                <a:headEnd type="none" w="med" len="med"/>
                <a:tailEnd type="none" w="med" len="med"/>
              </a:ln>
            </p:spPr>
          </p:cxnSp>
          <p:cxnSp>
            <p:nvCxnSpPr>
              <p:cNvPr id="1056" name="Google Shape;1056;p18"/>
              <p:cNvCxnSpPr>
                <a:stCxn id="1042" idx="0"/>
                <a:endCxn id="1043" idx="5"/>
              </p:cNvCxnSpPr>
              <p:nvPr/>
            </p:nvCxnSpPr>
            <p:spPr>
              <a:xfrm>
                <a:off x="1918052" y="5261670"/>
                <a:ext cx="1684200" cy="882900"/>
              </a:xfrm>
              <a:prstGeom prst="straightConnector1">
                <a:avLst/>
              </a:prstGeom>
              <a:noFill/>
              <a:ln w="9525" cap="flat" cmpd="sng">
                <a:solidFill>
                  <a:schemeClr val="dk2"/>
                </a:solidFill>
                <a:prstDash val="solid"/>
                <a:round/>
                <a:headEnd type="none" w="med" len="med"/>
                <a:tailEnd type="none" w="med" len="med"/>
              </a:ln>
            </p:spPr>
          </p:cxnSp>
          <p:cxnSp>
            <p:nvCxnSpPr>
              <p:cNvPr id="1057" name="Google Shape;1057;p18"/>
              <p:cNvCxnSpPr>
                <a:stCxn id="1042" idx="7"/>
                <a:endCxn id="1047" idx="3"/>
              </p:cNvCxnSpPr>
              <p:nvPr/>
            </p:nvCxnSpPr>
            <p:spPr>
              <a:xfrm flipH="1">
                <a:off x="1525162" y="5292284"/>
                <a:ext cx="242400" cy="916200"/>
              </a:xfrm>
              <a:prstGeom prst="straightConnector1">
                <a:avLst/>
              </a:prstGeom>
              <a:noFill/>
              <a:ln w="9525" cap="flat" cmpd="sng">
                <a:solidFill>
                  <a:schemeClr val="dk2"/>
                </a:solidFill>
                <a:prstDash val="solid"/>
                <a:round/>
                <a:headEnd type="none" w="med" len="med"/>
                <a:tailEnd type="none" w="med" len="med"/>
              </a:ln>
            </p:spPr>
          </p:cxnSp>
          <p:cxnSp>
            <p:nvCxnSpPr>
              <p:cNvPr id="1058" name="Google Shape;1058;p18"/>
              <p:cNvCxnSpPr>
                <a:stCxn id="1043" idx="6"/>
                <a:endCxn id="1047" idx="2"/>
              </p:cNvCxnSpPr>
              <p:nvPr/>
            </p:nvCxnSpPr>
            <p:spPr>
              <a:xfrm flipH="1">
                <a:off x="1555843" y="6193331"/>
                <a:ext cx="2056500" cy="35400"/>
              </a:xfrm>
              <a:prstGeom prst="straightConnector1">
                <a:avLst/>
              </a:prstGeom>
              <a:noFill/>
              <a:ln w="9525" cap="flat" cmpd="sng">
                <a:solidFill>
                  <a:schemeClr val="dk2"/>
                </a:solidFill>
                <a:prstDash val="solid"/>
                <a:round/>
                <a:headEnd type="none" w="med" len="med"/>
                <a:tailEnd type="none" w="med" len="med"/>
              </a:ln>
            </p:spPr>
          </p:cxnSp>
          <p:cxnSp>
            <p:nvCxnSpPr>
              <p:cNvPr id="1059" name="Google Shape;1059;p18"/>
              <p:cNvCxnSpPr>
                <a:stCxn id="1047" idx="0"/>
                <a:endCxn id="1041" idx="4"/>
              </p:cNvCxnSpPr>
              <p:nvPr/>
            </p:nvCxnSpPr>
            <p:spPr>
              <a:xfrm>
                <a:off x="1542920" y="6295616"/>
                <a:ext cx="775800" cy="584700"/>
              </a:xfrm>
              <a:prstGeom prst="straightConnector1">
                <a:avLst/>
              </a:prstGeom>
              <a:noFill/>
              <a:ln w="9525" cap="flat" cmpd="sng">
                <a:solidFill>
                  <a:schemeClr val="dk2"/>
                </a:solidFill>
                <a:prstDash val="solid"/>
                <a:round/>
                <a:headEnd type="none" w="med" len="med"/>
                <a:tailEnd type="none" w="med" len="med"/>
              </a:ln>
            </p:spPr>
          </p:cxnSp>
          <p:cxnSp>
            <p:nvCxnSpPr>
              <p:cNvPr id="1060" name="Google Shape;1060;p18"/>
              <p:cNvCxnSpPr>
                <a:stCxn id="1045" idx="5"/>
                <a:endCxn id="1047" idx="1"/>
              </p:cNvCxnSpPr>
              <p:nvPr/>
            </p:nvCxnSpPr>
            <p:spPr>
              <a:xfrm rot="10800000">
                <a:off x="1563363" y="6264768"/>
                <a:ext cx="1932600" cy="999000"/>
              </a:xfrm>
              <a:prstGeom prst="straightConnector1">
                <a:avLst/>
              </a:prstGeom>
              <a:noFill/>
              <a:ln w="9525" cap="flat" cmpd="sng">
                <a:solidFill>
                  <a:schemeClr val="dk2"/>
                </a:solidFill>
                <a:prstDash val="solid"/>
                <a:round/>
                <a:headEnd type="none" w="med" len="med"/>
                <a:tailEnd type="none" w="med" len="med"/>
              </a:ln>
            </p:spPr>
          </p:cxnSp>
          <p:cxnSp>
            <p:nvCxnSpPr>
              <p:cNvPr id="1061" name="Google Shape;1061;p18"/>
              <p:cNvCxnSpPr>
                <a:stCxn id="1044" idx="6"/>
                <a:endCxn id="1047" idx="1"/>
              </p:cNvCxnSpPr>
              <p:nvPr/>
            </p:nvCxnSpPr>
            <p:spPr>
              <a:xfrm flipH="1">
                <a:off x="1563250" y="4984400"/>
                <a:ext cx="3137700" cy="1280400"/>
              </a:xfrm>
              <a:prstGeom prst="straightConnector1">
                <a:avLst/>
              </a:prstGeom>
              <a:noFill/>
              <a:ln w="9525" cap="flat" cmpd="sng">
                <a:solidFill>
                  <a:schemeClr val="dk2"/>
                </a:solidFill>
                <a:prstDash val="solid"/>
                <a:round/>
                <a:headEnd type="none" w="med" len="med"/>
                <a:tailEnd type="none" w="med" len="med"/>
              </a:ln>
            </p:spPr>
          </p:cxnSp>
          <p:cxnSp>
            <p:nvCxnSpPr>
              <p:cNvPr id="1062" name="Google Shape;1062;p18"/>
              <p:cNvCxnSpPr>
                <a:stCxn id="1044" idx="5"/>
                <a:endCxn id="1046" idx="2"/>
              </p:cNvCxnSpPr>
              <p:nvPr/>
            </p:nvCxnSpPr>
            <p:spPr>
              <a:xfrm flipH="1">
                <a:off x="3385130" y="4905359"/>
                <a:ext cx="1299600" cy="62100"/>
              </a:xfrm>
              <a:prstGeom prst="straightConnector1">
                <a:avLst/>
              </a:prstGeom>
              <a:noFill/>
              <a:ln w="9525" cap="flat" cmpd="sng">
                <a:solidFill>
                  <a:schemeClr val="dk2"/>
                </a:solidFill>
                <a:prstDash val="solid"/>
                <a:round/>
                <a:headEnd type="none" w="med" len="med"/>
                <a:tailEnd type="none" w="med" len="med"/>
              </a:ln>
            </p:spPr>
          </p:cxnSp>
          <p:cxnSp>
            <p:nvCxnSpPr>
              <p:cNvPr id="1063" name="Google Shape;1063;p18"/>
              <p:cNvCxnSpPr>
                <a:stCxn id="1041" idx="4"/>
                <a:endCxn id="1042" idx="7"/>
              </p:cNvCxnSpPr>
              <p:nvPr/>
            </p:nvCxnSpPr>
            <p:spPr>
              <a:xfrm rot="10800000">
                <a:off x="1767465" y="5292257"/>
                <a:ext cx="551400" cy="1588200"/>
              </a:xfrm>
              <a:prstGeom prst="straightConnector1">
                <a:avLst/>
              </a:prstGeom>
              <a:noFill/>
              <a:ln w="9525" cap="flat" cmpd="sng">
                <a:solidFill>
                  <a:schemeClr val="dk2"/>
                </a:solidFill>
                <a:prstDash val="solid"/>
                <a:round/>
                <a:headEnd type="none" w="med" len="med"/>
                <a:tailEnd type="none" w="med" len="med"/>
              </a:ln>
            </p:spPr>
          </p:cxnSp>
          <p:sp>
            <p:nvSpPr>
              <p:cNvPr id="1064" name="Google Shape;1064;p18"/>
              <p:cNvSpPr/>
              <p:nvPr/>
            </p:nvSpPr>
            <p:spPr>
              <a:xfrm rot="8752287">
                <a:off x="745374" y="4876732"/>
                <a:ext cx="130469" cy="130469"/>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065" name="Google Shape;1065;p18"/>
              <p:cNvCxnSpPr>
                <a:stCxn id="1047" idx="4"/>
                <a:endCxn id="1064" idx="7"/>
              </p:cNvCxnSpPr>
              <p:nvPr/>
            </p:nvCxnSpPr>
            <p:spPr>
              <a:xfrm rot="10800000">
                <a:off x="798320" y="5005916"/>
                <a:ext cx="690600" cy="1209900"/>
              </a:xfrm>
              <a:prstGeom prst="straightConnector1">
                <a:avLst/>
              </a:prstGeom>
              <a:noFill/>
              <a:ln w="9525" cap="flat" cmpd="sng">
                <a:solidFill>
                  <a:schemeClr val="dk2"/>
                </a:solidFill>
                <a:prstDash val="solid"/>
                <a:round/>
                <a:headEnd type="none" w="med" len="med"/>
                <a:tailEnd type="none" w="med" len="med"/>
              </a:ln>
            </p:spPr>
          </p:cxnSp>
          <p:cxnSp>
            <p:nvCxnSpPr>
              <p:cNvPr id="1066" name="Google Shape;1066;p18"/>
              <p:cNvCxnSpPr>
                <a:stCxn id="1064" idx="1"/>
                <a:endCxn id="1042" idx="5"/>
              </p:cNvCxnSpPr>
              <p:nvPr/>
            </p:nvCxnSpPr>
            <p:spPr>
              <a:xfrm>
                <a:off x="874673" y="4954270"/>
                <a:ext cx="734100" cy="102900"/>
              </a:xfrm>
              <a:prstGeom prst="straightConnector1">
                <a:avLst/>
              </a:prstGeom>
              <a:noFill/>
              <a:ln w="9525" cap="flat" cmpd="sng">
                <a:solidFill>
                  <a:schemeClr val="dk2"/>
                </a:solidFill>
                <a:prstDash val="solid"/>
                <a:round/>
                <a:headEnd type="none" w="med" len="med"/>
                <a:tailEnd type="none" w="med" len="med"/>
              </a:ln>
            </p:spPr>
          </p:cxnSp>
          <p:sp>
            <p:nvSpPr>
              <p:cNvPr id="1067" name="Google Shape;1067;p18"/>
              <p:cNvSpPr/>
              <p:nvPr/>
            </p:nvSpPr>
            <p:spPr>
              <a:xfrm rot="8759498">
                <a:off x="1785083" y="4514433"/>
                <a:ext cx="194703" cy="194703"/>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068" name="Google Shape;1068;p18"/>
              <p:cNvCxnSpPr>
                <a:stCxn id="1064" idx="2"/>
                <a:endCxn id="1067" idx="5"/>
              </p:cNvCxnSpPr>
              <p:nvPr/>
            </p:nvCxnSpPr>
            <p:spPr>
              <a:xfrm rot="10800000" flipH="1">
                <a:off x="864609" y="4593367"/>
                <a:ext cx="922200" cy="312000"/>
              </a:xfrm>
              <a:prstGeom prst="straightConnector1">
                <a:avLst/>
              </a:prstGeom>
              <a:noFill/>
              <a:ln w="9525" cap="flat" cmpd="sng">
                <a:solidFill>
                  <a:schemeClr val="dk2"/>
                </a:solidFill>
                <a:prstDash val="solid"/>
                <a:round/>
                <a:headEnd type="none" w="med" len="med"/>
                <a:tailEnd type="none" w="med" len="med"/>
              </a:ln>
            </p:spPr>
          </p:cxnSp>
          <p:cxnSp>
            <p:nvCxnSpPr>
              <p:cNvPr id="1069" name="Google Shape;1069;p18"/>
              <p:cNvCxnSpPr>
                <a:stCxn id="1067" idx="1"/>
                <a:endCxn id="1046" idx="5"/>
              </p:cNvCxnSpPr>
              <p:nvPr/>
            </p:nvCxnSpPr>
            <p:spPr>
              <a:xfrm>
                <a:off x="1977999" y="4630346"/>
                <a:ext cx="1289100" cy="361500"/>
              </a:xfrm>
              <a:prstGeom prst="straightConnector1">
                <a:avLst/>
              </a:prstGeom>
              <a:noFill/>
              <a:ln w="9525" cap="flat" cmpd="sng">
                <a:solidFill>
                  <a:schemeClr val="dk2"/>
                </a:solidFill>
                <a:prstDash val="solid"/>
                <a:round/>
                <a:headEnd type="none" w="med" len="med"/>
                <a:tailEnd type="none" w="med" len="med"/>
              </a:ln>
            </p:spPr>
          </p:cxnSp>
          <p:cxnSp>
            <p:nvCxnSpPr>
              <p:cNvPr id="1070" name="Google Shape;1070;p18"/>
              <p:cNvCxnSpPr>
                <a:stCxn id="1067" idx="7"/>
                <a:endCxn id="1042" idx="3"/>
              </p:cNvCxnSpPr>
              <p:nvPr/>
            </p:nvCxnSpPr>
            <p:spPr>
              <a:xfrm flipH="1">
                <a:off x="1844072" y="4707350"/>
                <a:ext cx="19800" cy="191100"/>
              </a:xfrm>
              <a:prstGeom prst="straightConnector1">
                <a:avLst/>
              </a:prstGeom>
              <a:noFill/>
              <a:ln w="9525" cap="flat" cmpd="sng">
                <a:solidFill>
                  <a:schemeClr val="dk2"/>
                </a:solidFill>
                <a:prstDash val="solid"/>
                <a:round/>
                <a:headEnd type="none" w="med" len="med"/>
                <a:tailEnd type="none" w="med" len="med"/>
              </a:ln>
            </p:spPr>
          </p:cxn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071"/>
        <p:cNvGrpSpPr/>
        <p:nvPr/>
      </p:nvGrpSpPr>
      <p:grpSpPr>
        <a:xfrm>
          <a:off x="0" y="0"/>
          <a:ext cx="0" cy="0"/>
          <a:chOff x="0" y="0"/>
          <a:chExt cx="0" cy="0"/>
        </a:xfrm>
      </p:grpSpPr>
      <p:sp>
        <p:nvSpPr>
          <p:cNvPr id="1072" name="Google Shape;1072;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73" name="Google Shape;1073;p19"/>
          <p:cNvSpPr txBox="1">
            <a:spLocks noGrp="1"/>
          </p:cNvSpPr>
          <p:nvPr>
            <p:ph type="subTitle" idx="1"/>
          </p:nvPr>
        </p:nvSpPr>
        <p:spPr>
          <a:xfrm>
            <a:off x="1574375" y="2056793"/>
            <a:ext cx="2884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74" name="Google Shape;1074;p19"/>
          <p:cNvSpPr txBox="1">
            <a:spLocks noGrp="1"/>
          </p:cNvSpPr>
          <p:nvPr>
            <p:ph type="subTitle" idx="2"/>
          </p:nvPr>
        </p:nvSpPr>
        <p:spPr>
          <a:xfrm>
            <a:off x="5500976" y="2056793"/>
            <a:ext cx="2884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75" name="Google Shape;1075;p19"/>
          <p:cNvSpPr txBox="1">
            <a:spLocks noGrp="1"/>
          </p:cNvSpPr>
          <p:nvPr>
            <p:ph type="subTitle" idx="3"/>
          </p:nvPr>
        </p:nvSpPr>
        <p:spPr>
          <a:xfrm>
            <a:off x="1574375" y="3713775"/>
            <a:ext cx="2884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76" name="Google Shape;1076;p19"/>
          <p:cNvSpPr txBox="1">
            <a:spLocks noGrp="1"/>
          </p:cNvSpPr>
          <p:nvPr>
            <p:ph type="subTitle" idx="4"/>
          </p:nvPr>
        </p:nvSpPr>
        <p:spPr>
          <a:xfrm>
            <a:off x="5500976" y="3713775"/>
            <a:ext cx="2884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77" name="Google Shape;1077;p19"/>
          <p:cNvSpPr txBox="1">
            <a:spLocks noGrp="1"/>
          </p:cNvSpPr>
          <p:nvPr>
            <p:ph type="title" idx="5" hasCustomPrompt="1"/>
          </p:nvPr>
        </p:nvSpPr>
        <p:spPr>
          <a:xfrm>
            <a:off x="758225" y="1277225"/>
            <a:ext cx="816600" cy="7800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8" name="Google Shape;1078;p19"/>
          <p:cNvSpPr txBox="1">
            <a:spLocks noGrp="1"/>
          </p:cNvSpPr>
          <p:nvPr>
            <p:ph type="title" idx="6" hasCustomPrompt="1"/>
          </p:nvPr>
        </p:nvSpPr>
        <p:spPr>
          <a:xfrm>
            <a:off x="758225" y="2933700"/>
            <a:ext cx="816600" cy="7800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9" name="Google Shape;1079;p19"/>
          <p:cNvSpPr txBox="1">
            <a:spLocks noGrp="1"/>
          </p:cNvSpPr>
          <p:nvPr>
            <p:ph type="title" idx="7" hasCustomPrompt="1"/>
          </p:nvPr>
        </p:nvSpPr>
        <p:spPr>
          <a:xfrm>
            <a:off x="4685025" y="1277225"/>
            <a:ext cx="816600" cy="7800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0" name="Google Shape;1080;p19"/>
          <p:cNvSpPr txBox="1">
            <a:spLocks noGrp="1"/>
          </p:cNvSpPr>
          <p:nvPr>
            <p:ph type="title" idx="8" hasCustomPrompt="1"/>
          </p:nvPr>
        </p:nvSpPr>
        <p:spPr>
          <a:xfrm>
            <a:off x="4685025" y="2933700"/>
            <a:ext cx="816600" cy="7800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1" name="Google Shape;1081;p19"/>
          <p:cNvSpPr txBox="1">
            <a:spLocks noGrp="1"/>
          </p:cNvSpPr>
          <p:nvPr>
            <p:ph type="subTitle" idx="9"/>
          </p:nvPr>
        </p:nvSpPr>
        <p:spPr>
          <a:xfrm>
            <a:off x="1574375" y="1277225"/>
            <a:ext cx="2884800" cy="903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000" b="1">
                <a:solidFill>
                  <a:schemeClr val="dk1"/>
                </a:solidFill>
                <a:latin typeface="Albert Sans"/>
                <a:ea typeface="Albert Sans"/>
                <a:cs typeface="Albert Sans"/>
                <a:sym typeface="Albert Sans"/>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082" name="Google Shape;1082;p19"/>
          <p:cNvSpPr txBox="1">
            <a:spLocks noGrp="1"/>
          </p:cNvSpPr>
          <p:nvPr>
            <p:ph type="subTitle" idx="13"/>
          </p:nvPr>
        </p:nvSpPr>
        <p:spPr>
          <a:xfrm>
            <a:off x="5500975" y="1277225"/>
            <a:ext cx="2884800" cy="903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000" b="1">
                <a:solidFill>
                  <a:schemeClr val="dk1"/>
                </a:solidFill>
                <a:latin typeface="Albert Sans"/>
                <a:ea typeface="Albert Sans"/>
                <a:cs typeface="Albert Sans"/>
                <a:sym typeface="Albert Sans"/>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083" name="Google Shape;1083;p19"/>
          <p:cNvSpPr txBox="1">
            <a:spLocks noGrp="1"/>
          </p:cNvSpPr>
          <p:nvPr>
            <p:ph type="subTitle" idx="14"/>
          </p:nvPr>
        </p:nvSpPr>
        <p:spPr>
          <a:xfrm>
            <a:off x="1574375" y="2933701"/>
            <a:ext cx="2884800" cy="903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000" b="1">
                <a:solidFill>
                  <a:schemeClr val="dk1"/>
                </a:solidFill>
                <a:latin typeface="Albert Sans"/>
                <a:ea typeface="Albert Sans"/>
                <a:cs typeface="Albert Sans"/>
                <a:sym typeface="Albert Sans"/>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084" name="Google Shape;1084;p19"/>
          <p:cNvSpPr txBox="1">
            <a:spLocks noGrp="1"/>
          </p:cNvSpPr>
          <p:nvPr>
            <p:ph type="subTitle" idx="15"/>
          </p:nvPr>
        </p:nvSpPr>
        <p:spPr>
          <a:xfrm>
            <a:off x="5500975" y="2933701"/>
            <a:ext cx="2884800" cy="903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000" b="1">
                <a:solidFill>
                  <a:schemeClr val="dk1"/>
                </a:solidFill>
                <a:latin typeface="Albert Sans"/>
                <a:ea typeface="Albert Sans"/>
                <a:cs typeface="Albert Sans"/>
                <a:sym typeface="Albert Sans"/>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grpSp>
        <p:nvGrpSpPr>
          <p:cNvPr id="1085" name="Google Shape;1085;p19"/>
          <p:cNvGrpSpPr/>
          <p:nvPr/>
        </p:nvGrpSpPr>
        <p:grpSpPr>
          <a:xfrm>
            <a:off x="119288" y="163238"/>
            <a:ext cx="8837200" cy="4388712"/>
            <a:chOff x="119288" y="163238"/>
            <a:chExt cx="8837200" cy="4388712"/>
          </a:xfrm>
        </p:grpSpPr>
        <p:grpSp>
          <p:nvGrpSpPr>
            <p:cNvPr id="1086" name="Google Shape;1086;p19"/>
            <p:cNvGrpSpPr/>
            <p:nvPr/>
          </p:nvGrpSpPr>
          <p:grpSpPr>
            <a:xfrm rot="10800000" flipH="1">
              <a:off x="8658213" y="4229275"/>
              <a:ext cx="298275" cy="322675"/>
              <a:chOff x="8667225" y="681525"/>
              <a:chExt cx="298275" cy="322675"/>
            </a:xfrm>
          </p:grpSpPr>
          <p:sp>
            <p:nvSpPr>
              <p:cNvPr id="1087" name="Google Shape;1087;p19"/>
              <p:cNvSpPr/>
              <p:nvPr/>
            </p:nvSpPr>
            <p:spPr>
              <a:xfrm rot="10800000">
                <a:off x="8667225" y="82162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88" name="Google Shape;1088;p19"/>
              <p:cNvSpPr/>
              <p:nvPr/>
            </p:nvSpPr>
            <p:spPr>
              <a:xfrm rot="10800000">
                <a:off x="8825400" y="681525"/>
                <a:ext cx="140100" cy="140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89" name="Google Shape;1089;p19"/>
              <p:cNvSpPr/>
              <p:nvPr/>
            </p:nvSpPr>
            <p:spPr>
              <a:xfrm rot="10800000">
                <a:off x="8869800" y="95290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090" name="Google Shape;1090;p19"/>
            <p:cNvGrpSpPr/>
            <p:nvPr/>
          </p:nvGrpSpPr>
          <p:grpSpPr>
            <a:xfrm rot="10800000" flipH="1">
              <a:off x="119288" y="163238"/>
              <a:ext cx="406275" cy="563575"/>
              <a:chOff x="140150" y="4340075"/>
              <a:chExt cx="406275" cy="563575"/>
            </a:xfrm>
          </p:grpSpPr>
          <p:sp>
            <p:nvSpPr>
              <p:cNvPr id="1091" name="Google Shape;1091;p19"/>
              <p:cNvSpPr/>
              <p:nvPr/>
            </p:nvSpPr>
            <p:spPr>
              <a:xfrm rot="10800000">
                <a:off x="140150" y="434007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92" name="Google Shape;1092;p19"/>
              <p:cNvSpPr/>
              <p:nvPr/>
            </p:nvSpPr>
            <p:spPr>
              <a:xfrm rot="10800000">
                <a:off x="298325" y="4657175"/>
                <a:ext cx="140100" cy="140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93" name="Google Shape;1093;p19"/>
              <p:cNvSpPr/>
              <p:nvPr/>
            </p:nvSpPr>
            <p:spPr>
              <a:xfrm rot="10800000">
                <a:off x="495125" y="485235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94" name="Google Shape;1094;p19"/>
              <p:cNvSpPr/>
              <p:nvPr/>
            </p:nvSpPr>
            <p:spPr>
              <a:xfrm rot="10800000">
                <a:off x="165050" y="4657175"/>
                <a:ext cx="51300" cy="51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grpSp>
        <p:nvGrpSpPr>
          <p:cNvPr id="1095" name="Google Shape;1095;p19"/>
          <p:cNvGrpSpPr/>
          <p:nvPr/>
        </p:nvGrpSpPr>
        <p:grpSpPr>
          <a:xfrm>
            <a:off x="-977947" y="-671217"/>
            <a:ext cx="10532835" cy="7946710"/>
            <a:chOff x="-977947" y="-671217"/>
            <a:chExt cx="10532835" cy="7946710"/>
          </a:xfrm>
        </p:grpSpPr>
        <p:grpSp>
          <p:nvGrpSpPr>
            <p:cNvPr id="1096" name="Google Shape;1096;p19"/>
            <p:cNvGrpSpPr/>
            <p:nvPr/>
          </p:nvGrpSpPr>
          <p:grpSpPr>
            <a:xfrm flipH="1">
              <a:off x="6491263" y="-671217"/>
              <a:ext cx="3063625" cy="3321711"/>
              <a:chOff x="-460575" y="-671217"/>
              <a:chExt cx="3063625" cy="3321711"/>
            </a:xfrm>
          </p:grpSpPr>
          <p:cxnSp>
            <p:nvCxnSpPr>
              <p:cNvPr id="1097" name="Google Shape;1097;p19"/>
              <p:cNvCxnSpPr>
                <a:stCxn id="1098" idx="6"/>
                <a:endCxn id="1099" idx="2"/>
              </p:cNvCxnSpPr>
              <p:nvPr/>
            </p:nvCxnSpPr>
            <p:spPr>
              <a:xfrm rot="10800000" flipH="1">
                <a:off x="421801" y="-63292"/>
                <a:ext cx="2023800" cy="476400"/>
              </a:xfrm>
              <a:prstGeom prst="straightConnector1">
                <a:avLst/>
              </a:prstGeom>
              <a:noFill/>
              <a:ln w="9525" cap="flat" cmpd="sng">
                <a:solidFill>
                  <a:schemeClr val="dk2"/>
                </a:solidFill>
                <a:prstDash val="solid"/>
                <a:round/>
                <a:headEnd type="none" w="med" len="med"/>
                <a:tailEnd type="none" w="med" len="med"/>
              </a:ln>
            </p:spPr>
          </p:cxnSp>
          <p:sp>
            <p:nvSpPr>
              <p:cNvPr id="1099" name="Google Shape;1099;p19"/>
              <p:cNvSpPr/>
              <p:nvPr/>
            </p:nvSpPr>
            <p:spPr>
              <a:xfrm>
                <a:off x="2445550" y="-142081"/>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00" name="Google Shape;1100;p19"/>
              <p:cNvSpPr/>
              <p:nvPr/>
            </p:nvSpPr>
            <p:spPr>
              <a:xfrm>
                <a:off x="61646" y="-671217"/>
                <a:ext cx="157500" cy="157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01" name="Google Shape;1101;p19"/>
              <p:cNvSpPr/>
              <p:nvPr/>
            </p:nvSpPr>
            <p:spPr>
              <a:xfrm>
                <a:off x="90425" y="2492994"/>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02" name="Google Shape;1102;p19"/>
              <p:cNvSpPr/>
              <p:nvPr/>
            </p:nvSpPr>
            <p:spPr>
              <a:xfrm>
                <a:off x="125826" y="886737"/>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03" name="Google Shape;1103;p19"/>
              <p:cNvSpPr/>
              <p:nvPr/>
            </p:nvSpPr>
            <p:spPr>
              <a:xfrm>
                <a:off x="382949" y="1317288"/>
                <a:ext cx="143400" cy="157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104" name="Google Shape;1104;p19"/>
              <p:cNvCxnSpPr>
                <a:stCxn id="1103" idx="4"/>
                <a:endCxn id="1101" idx="0"/>
              </p:cNvCxnSpPr>
              <p:nvPr/>
            </p:nvCxnSpPr>
            <p:spPr>
              <a:xfrm flipH="1">
                <a:off x="169049" y="1474788"/>
                <a:ext cx="285600" cy="1018200"/>
              </a:xfrm>
              <a:prstGeom prst="straightConnector1">
                <a:avLst/>
              </a:prstGeom>
              <a:noFill/>
              <a:ln w="9525" cap="flat" cmpd="sng">
                <a:solidFill>
                  <a:schemeClr val="dk2"/>
                </a:solidFill>
                <a:prstDash val="solid"/>
                <a:round/>
                <a:headEnd type="none" w="med" len="med"/>
                <a:tailEnd type="none" w="med" len="med"/>
              </a:ln>
            </p:spPr>
          </p:cxnSp>
          <p:cxnSp>
            <p:nvCxnSpPr>
              <p:cNvPr id="1105" name="Google Shape;1105;p19"/>
              <p:cNvCxnSpPr>
                <a:stCxn id="1102" idx="4"/>
                <a:endCxn id="1101" idx="0"/>
              </p:cNvCxnSpPr>
              <p:nvPr/>
            </p:nvCxnSpPr>
            <p:spPr>
              <a:xfrm>
                <a:off x="169176" y="973437"/>
                <a:ext cx="0" cy="1519500"/>
              </a:xfrm>
              <a:prstGeom prst="straightConnector1">
                <a:avLst/>
              </a:prstGeom>
              <a:noFill/>
              <a:ln w="9525" cap="flat" cmpd="sng">
                <a:solidFill>
                  <a:schemeClr val="dk2"/>
                </a:solidFill>
                <a:prstDash val="solid"/>
                <a:round/>
                <a:headEnd type="none" w="med" len="med"/>
                <a:tailEnd type="none" w="med" len="med"/>
              </a:ln>
            </p:spPr>
          </p:cxnSp>
          <p:cxnSp>
            <p:nvCxnSpPr>
              <p:cNvPr id="1106" name="Google Shape;1106;p19"/>
              <p:cNvCxnSpPr>
                <a:stCxn id="1102" idx="5"/>
                <a:endCxn id="1103" idx="1"/>
              </p:cNvCxnSpPr>
              <p:nvPr/>
            </p:nvCxnSpPr>
            <p:spPr>
              <a:xfrm>
                <a:off x="199829" y="960741"/>
                <a:ext cx="204000" cy="379500"/>
              </a:xfrm>
              <a:prstGeom prst="straightConnector1">
                <a:avLst/>
              </a:prstGeom>
              <a:noFill/>
              <a:ln w="9525" cap="flat" cmpd="sng">
                <a:solidFill>
                  <a:schemeClr val="dk2"/>
                </a:solidFill>
                <a:prstDash val="solid"/>
                <a:round/>
                <a:headEnd type="none" w="med" len="med"/>
                <a:tailEnd type="none" w="med" len="med"/>
              </a:ln>
            </p:spPr>
          </p:cxnSp>
          <p:cxnSp>
            <p:nvCxnSpPr>
              <p:cNvPr id="1107" name="Google Shape;1107;p19"/>
              <p:cNvCxnSpPr>
                <a:stCxn id="1102" idx="0"/>
                <a:endCxn id="1100" idx="4"/>
              </p:cNvCxnSpPr>
              <p:nvPr/>
            </p:nvCxnSpPr>
            <p:spPr>
              <a:xfrm rot="10800000">
                <a:off x="140376" y="-513663"/>
                <a:ext cx="28800" cy="1400400"/>
              </a:xfrm>
              <a:prstGeom prst="straightConnector1">
                <a:avLst/>
              </a:prstGeom>
              <a:noFill/>
              <a:ln w="9525" cap="flat" cmpd="sng">
                <a:solidFill>
                  <a:schemeClr val="dk2"/>
                </a:solidFill>
                <a:prstDash val="solid"/>
                <a:round/>
                <a:headEnd type="none" w="med" len="med"/>
                <a:tailEnd type="none" w="med" len="med"/>
              </a:ln>
            </p:spPr>
          </p:cxnSp>
          <p:cxnSp>
            <p:nvCxnSpPr>
              <p:cNvPr id="1108" name="Google Shape;1108;p19"/>
              <p:cNvCxnSpPr>
                <a:stCxn id="1102" idx="7"/>
                <a:endCxn id="1098" idx="3"/>
              </p:cNvCxnSpPr>
              <p:nvPr/>
            </p:nvCxnSpPr>
            <p:spPr>
              <a:xfrm rot="10800000" flipH="1">
                <a:off x="199829" y="443734"/>
                <a:ext cx="147900" cy="455700"/>
              </a:xfrm>
              <a:prstGeom prst="straightConnector1">
                <a:avLst/>
              </a:prstGeom>
              <a:noFill/>
              <a:ln w="9525" cap="flat" cmpd="sng">
                <a:solidFill>
                  <a:schemeClr val="dk2"/>
                </a:solidFill>
                <a:prstDash val="solid"/>
                <a:round/>
                <a:headEnd type="none" w="med" len="med"/>
                <a:tailEnd type="none" w="med" len="med"/>
              </a:ln>
            </p:spPr>
          </p:cxnSp>
          <p:cxnSp>
            <p:nvCxnSpPr>
              <p:cNvPr id="1109" name="Google Shape;1109;p19"/>
              <p:cNvCxnSpPr>
                <a:stCxn id="1100" idx="5"/>
                <a:endCxn id="1098" idx="0"/>
              </p:cNvCxnSpPr>
              <p:nvPr/>
            </p:nvCxnSpPr>
            <p:spPr>
              <a:xfrm>
                <a:off x="196080" y="-536782"/>
                <a:ext cx="182400" cy="906600"/>
              </a:xfrm>
              <a:prstGeom prst="straightConnector1">
                <a:avLst/>
              </a:prstGeom>
              <a:noFill/>
              <a:ln w="9525" cap="flat" cmpd="sng">
                <a:solidFill>
                  <a:schemeClr val="dk2"/>
                </a:solidFill>
                <a:prstDash val="solid"/>
                <a:round/>
                <a:headEnd type="none" w="med" len="med"/>
                <a:tailEnd type="none" w="med" len="med"/>
              </a:ln>
            </p:spPr>
          </p:cxnSp>
          <p:cxnSp>
            <p:nvCxnSpPr>
              <p:cNvPr id="1110" name="Google Shape;1110;p19"/>
              <p:cNvCxnSpPr>
                <a:stCxn id="1100" idx="6"/>
                <a:endCxn id="1099" idx="2"/>
              </p:cNvCxnSpPr>
              <p:nvPr/>
            </p:nvCxnSpPr>
            <p:spPr>
              <a:xfrm>
                <a:off x="219146" y="-592467"/>
                <a:ext cx="2226300" cy="529200"/>
              </a:xfrm>
              <a:prstGeom prst="straightConnector1">
                <a:avLst/>
              </a:prstGeom>
              <a:noFill/>
              <a:ln w="9525" cap="flat" cmpd="sng">
                <a:solidFill>
                  <a:schemeClr val="dk2"/>
                </a:solidFill>
                <a:prstDash val="solid"/>
                <a:round/>
                <a:headEnd type="none" w="med" len="med"/>
                <a:tailEnd type="none" w="med" len="med"/>
              </a:ln>
            </p:spPr>
          </p:cxnSp>
          <p:cxnSp>
            <p:nvCxnSpPr>
              <p:cNvPr id="1111" name="Google Shape;1111;p19"/>
              <p:cNvCxnSpPr>
                <a:stCxn id="1112" idx="1"/>
                <a:endCxn id="1100" idx="5"/>
              </p:cNvCxnSpPr>
              <p:nvPr/>
            </p:nvCxnSpPr>
            <p:spPr>
              <a:xfrm rot="10800000">
                <a:off x="195958" y="-536780"/>
                <a:ext cx="600600" cy="723900"/>
              </a:xfrm>
              <a:prstGeom prst="straightConnector1">
                <a:avLst/>
              </a:prstGeom>
              <a:noFill/>
              <a:ln w="9525" cap="flat" cmpd="sng">
                <a:solidFill>
                  <a:schemeClr val="dk2"/>
                </a:solidFill>
                <a:prstDash val="solid"/>
                <a:round/>
                <a:headEnd type="none" w="med" len="med"/>
                <a:tailEnd type="none" w="med" len="med"/>
              </a:ln>
            </p:spPr>
          </p:cxnSp>
          <p:cxnSp>
            <p:nvCxnSpPr>
              <p:cNvPr id="1113" name="Google Shape;1113;p19"/>
              <p:cNvCxnSpPr>
                <a:stCxn id="1103" idx="0"/>
                <a:endCxn id="1098" idx="4"/>
              </p:cNvCxnSpPr>
              <p:nvPr/>
            </p:nvCxnSpPr>
            <p:spPr>
              <a:xfrm rot="10800000">
                <a:off x="378449" y="456588"/>
                <a:ext cx="76200" cy="860700"/>
              </a:xfrm>
              <a:prstGeom prst="straightConnector1">
                <a:avLst/>
              </a:prstGeom>
              <a:noFill/>
              <a:ln w="9525" cap="flat" cmpd="sng">
                <a:solidFill>
                  <a:schemeClr val="dk2"/>
                </a:solidFill>
                <a:prstDash val="solid"/>
                <a:round/>
                <a:headEnd type="none" w="med" len="med"/>
                <a:tailEnd type="none" w="med" len="med"/>
              </a:ln>
            </p:spPr>
          </p:cxnSp>
          <p:cxnSp>
            <p:nvCxnSpPr>
              <p:cNvPr id="1114" name="Google Shape;1114;p19"/>
              <p:cNvCxnSpPr>
                <a:stCxn id="1103" idx="0"/>
                <a:endCxn id="1112" idx="3"/>
              </p:cNvCxnSpPr>
              <p:nvPr/>
            </p:nvCxnSpPr>
            <p:spPr>
              <a:xfrm rot="10800000" flipH="1">
                <a:off x="454649" y="268188"/>
                <a:ext cx="342000" cy="1049100"/>
              </a:xfrm>
              <a:prstGeom prst="straightConnector1">
                <a:avLst/>
              </a:prstGeom>
              <a:noFill/>
              <a:ln w="9525" cap="flat" cmpd="sng">
                <a:solidFill>
                  <a:schemeClr val="dk2"/>
                </a:solidFill>
                <a:prstDash val="solid"/>
                <a:round/>
                <a:headEnd type="none" w="med" len="med"/>
                <a:tailEnd type="none" w="med" len="med"/>
              </a:ln>
            </p:spPr>
          </p:cxnSp>
          <p:sp>
            <p:nvSpPr>
              <p:cNvPr id="1115" name="Google Shape;1115;p19"/>
              <p:cNvSpPr/>
              <p:nvPr/>
            </p:nvSpPr>
            <p:spPr>
              <a:xfrm>
                <a:off x="987225" y="-92131"/>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116" name="Google Shape;1116;p19"/>
              <p:cNvCxnSpPr>
                <a:stCxn id="1100" idx="5"/>
                <a:endCxn id="1115" idx="1"/>
              </p:cNvCxnSpPr>
              <p:nvPr/>
            </p:nvCxnSpPr>
            <p:spPr>
              <a:xfrm>
                <a:off x="196080" y="-536782"/>
                <a:ext cx="814200" cy="467700"/>
              </a:xfrm>
              <a:prstGeom prst="straightConnector1">
                <a:avLst/>
              </a:prstGeom>
              <a:noFill/>
              <a:ln w="9525" cap="flat" cmpd="sng">
                <a:solidFill>
                  <a:schemeClr val="dk2"/>
                </a:solidFill>
                <a:prstDash val="solid"/>
                <a:round/>
                <a:headEnd type="none" w="med" len="med"/>
                <a:tailEnd type="none" w="med" len="med"/>
              </a:ln>
            </p:spPr>
          </p:cxnSp>
          <p:cxnSp>
            <p:nvCxnSpPr>
              <p:cNvPr id="1117" name="Google Shape;1117;p19"/>
              <p:cNvCxnSpPr>
                <a:stCxn id="1112" idx="7"/>
                <a:endCxn id="1115" idx="3"/>
              </p:cNvCxnSpPr>
              <p:nvPr/>
            </p:nvCxnSpPr>
            <p:spPr>
              <a:xfrm rot="10800000" flipH="1">
                <a:off x="877592" y="42220"/>
                <a:ext cx="132600" cy="144900"/>
              </a:xfrm>
              <a:prstGeom prst="straightConnector1">
                <a:avLst/>
              </a:prstGeom>
              <a:noFill/>
              <a:ln w="9525" cap="flat" cmpd="sng">
                <a:solidFill>
                  <a:schemeClr val="dk2"/>
                </a:solidFill>
                <a:prstDash val="solid"/>
                <a:round/>
                <a:headEnd type="none" w="med" len="med"/>
                <a:tailEnd type="none" w="med" len="med"/>
              </a:ln>
            </p:spPr>
          </p:cxnSp>
          <p:cxnSp>
            <p:nvCxnSpPr>
              <p:cNvPr id="1118" name="Google Shape;1118;p19"/>
              <p:cNvCxnSpPr>
                <a:stCxn id="1115" idx="6"/>
                <a:endCxn id="1099" idx="2"/>
              </p:cNvCxnSpPr>
              <p:nvPr/>
            </p:nvCxnSpPr>
            <p:spPr>
              <a:xfrm rot="10800000" flipH="1">
                <a:off x="1144725" y="-63481"/>
                <a:ext cx="1300800" cy="50100"/>
              </a:xfrm>
              <a:prstGeom prst="straightConnector1">
                <a:avLst/>
              </a:prstGeom>
              <a:noFill/>
              <a:ln w="9525" cap="flat" cmpd="sng">
                <a:solidFill>
                  <a:schemeClr val="dk2"/>
                </a:solidFill>
                <a:prstDash val="solid"/>
                <a:round/>
                <a:headEnd type="none" w="med" len="med"/>
                <a:tailEnd type="none" w="med" len="med"/>
              </a:ln>
            </p:spPr>
          </p:cxnSp>
          <p:sp>
            <p:nvSpPr>
              <p:cNvPr id="1119" name="Google Shape;1119;p19"/>
              <p:cNvSpPr/>
              <p:nvPr/>
            </p:nvSpPr>
            <p:spPr>
              <a:xfrm>
                <a:off x="-460575" y="540519"/>
                <a:ext cx="157500" cy="157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120" name="Google Shape;1120;p19"/>
              <p:cNvCxnSpPr>
                <a:stCxn id="1119" idx="0"/>
                <a:endCxn id="1100" idx="3"/>
              </p:cNvCxnSpPr>
              <p:nvPr/>
            </p:nvCxnSpPr>
            <p:spPr>
              <a:xfrm rot="10800000" flipH="1">
                <a:off x="-381825" y="-536781"/>
                <a:ext cx="466500" cy="1077300"/>
              </a:xfrm>
              <a:prstGeom prst="straightConnector1">
                <a:avLst/>
              </a:prstGeom>
              <a:noFill/>
              <a:ln w="9525" cap="flat" cmpd="sng">
                <a:solidFill>
                  <a:schemeClr val="dk2"/>
                </a:solidFill>
                <a:prstDash val="solid"/>
                <a:round/>
                <a:headEnd type="none" w="med" len="med"/>
                <a:tailEnd type="none" w="med" len="med"/>
              </a:ln>
            </p:spPr>
          </p:cxnSp>
          <p:cxnSp>
            <p:nvCxnSpPr>
              <p:cNvPr id="1121" name="Google Shape;1121;p19"/>
              <p:cNvCxnSpPr>
                <a:stCxn id="1119" idx="6"/>
                <a:endCxn id="1098" idx="3"/>
              </p:cNvCxnSpPr>
              <p:nvPr/>
            </p:nvCxnSpPr>
            <p:spPr>
              <a:xfrm rot="10800000" flipH="1">
                <a:off x="-303075" y="443769"/>
                <a:ext cx="651000" cy="175500"/>
              </a:xfrm>
              <a:prstGeom prst="straightConnector1">
                <a:avLst/>
              </a:prstGeom>
              <a:noFill/>
              <a:ln w="9525" cap="flat" cmpd="sng">
                <a:solidFill>
                  <a:schemeClr val="dk2"/>
                </a:solidFill>
                <a:prstDash val="solid"/>
                <a:round/>
                <a:headEnd type="none" w="med" len="med"/>
                <a:tailEnd type="none" w="med" len="med"/>
              </a:ln>
            </p:spPr>
          </p:cxnSp>
          <p:cxnSp>
            <p:nvCxnSpPr>
              <p:cNvPr id="1122" name="Google Shape;1122;p19"/>
              <p:cNvCxnSpPr>
                <a:stCxn id="1119" idx="5"/>
                <a:endCxn id="1102" idx="1"/>
              </p:cNvCxnSpPr>
              <p:nvPr/>
            </p:nvCxnSpPr>
            <p:spPr>
              <a:xfrm>
                <a:off x="-326140" y="674953"/>
                <a:ext cx="464700" cy="224400"/>
              </a:xfrm>
              <a:prstGeom prst="straightConnector1">
                <a:avLst/>
              </a:prstGeom>
              <a:noFill/>
              <a:ln w="9525" cap="flat" cmpd="sng">
                <a:solidFill>
                  <a:schemeClr val="dk2"/>
                </a:solidFill>
                <a:prstDash val="solid"/>
                <a:round/>
                <a:headEnd type="none" w="med" len="med"/>
                <a:tailEnd type="none" w="med" len="med"/>
              </a:ln>
            </p:spPr>
          </p:cxnSp>
          <p:cxnSp>
            <p:nvCxnSpPr>
              <p:cNvPr id="1123" name="Google Shape;1123;p19"/>
              <p:cNvCxnSpPr>
                <a:stCxn id="1119" idx="5"/>
                <a:endCxn id="1101" idx="1"/>
              </p:cNvCxnSpPr>
              <p:nvPr/>
            </p:nvCxnSpPr>
            <p:spPr>
              <a:xfrm>
                <a:off x="-326140" y="674953"/>
                <a:ext cx="439500" cy="1841100"/>
              </a:xfrm>
              <a:prstGeom prst="straightConnector1">
                <a:avLst/>
              </a:prstGeom>
              <a:noFill/>
              <a:ln w="9525" cap="flat" cmpd="sng">
                <a:solidFill>
                  <a:schemeClr val="dk2"/>
                </a:solidFill>
                <a:prstDash val="solid"/>
                <a:round/>
                <a:headEnd type="none" w="med" len="med"/>
                <a:tailEnd type="none" w="med" len="med"/>
              </a:ln>
            </p:spPr>
          </p:cxnSp>
          <p:sp>
            <p:nvSpPr>
              <p:cNvPr id="1112" name="Google Shape;1112;p19"/>
              <p:cNvSpPr/>
              <p:nvPr/>
            </p:nvSpPr>
            <p:spPr>
              <a:xfrm>
                <a:off x="779775" y="170338"/>
                <a:ext cx="114600" cy="11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98" name="Google Shape;1098;p19"/>
              <p:cNvSpPr/>
              <p:nvPr/>
            </p:nvSpPr>
            <p:spPr>
              <a:xfrm>
                <a:off x="335101" y="369758"/>
                <a:ext cx="86700" cy="86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124" name="Google Shape;1124;p19"/>
            <p:cNvGrpSpPr/>
            <p:nvPr/>
          </p:nvGrpSpPr>
          <p:grpSpPr>
            <a:xfrm rot="339523">
              <a:off x="-863991" y="4569268"/>
              <a:ext cx="4061023" cy="2512132"/>
              <a:chOff x="720013" y="4616655"/>
              <a:chExt cx="4061133" cy="2512200"/>
            </a:xfrm>
          </p:grpSpPr>
          <p:sp>
            <p:nvSpPr>
              <p:cNvPr id="1125" name="Google Shape;1125;p19"/>
              <p:cNvSpPr/>
              <p:nvPr/>
            </p:nvSpPr>
            <p:spPr>
              <a:xfrm rot="-9417549">
                <a:off x="4549660" y="4701311"/>
                <a:ext cx="128773" cy="128773"/>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26" name="Google Shape;1126;p19"/>
              <p:cNvSpPr/>
              <p:nvPr/>
            </p:nvSpPr>
            <p:spPr>
              <a:xfrm rot="-9417549">
                <a:off x="1761182" y="4936441"/>
                <a:ext cx="128773" cy="128773"/>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27" name="Google Shape;1127;p19"/>
              <p:cNvSpPr/>
              <p:nvPr/>
            </p:nvSpPr>
            <p:spPr>
              <a:xfrm rot="-9421326">
                <a:off x="3012797" y="4851722"/>
                <a:ext cx="265897" cy="265897"/>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28" name="Google Shape;1128;p19"/>
              <p:cNvSpPr/>
              <p:nvPr/>
            </p:nvSpPr>
            <p:spPr>
              <a:xfrm rot="-9414352">
                <a:off x="2945862" y="6000076"/>
                <a:ext cx="86426" cy="86426"/>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29" name="Google Shape;1129;p19"/>
              <p:cNvSpPr/>
              <p:nvPr/>
            </p:nvSpPr>
            <p:spPr>
              <a:xfrm rot="-9422930">
                <a:off x="3430718" y="6873877"/>
                <a:ext cx="63855" cy="63855"/>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30" name="Google Shape;1130;p19"/>
              <p:cNvSpPr/>
              <p:nvPr/>
            </p:nvSpPr>
            <p:spPr>
              <a:xfrm rot="-9414352">
                <a:off x="1807960" y="6172505"/>
                <a:ext cx="86426" cy="86426"/>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31" name="Google Shape;1131;p19"/>
              <p:cNvSpPr/>
              <p:nvPr/>
            </p:nvSpPr>
            <p:spPr>
              <a:xfrm rot="-9414352">
                <a:off x="3731053" y="4665484"/>
                <a:ext cx="86426" cy="86426"/>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32" name="Google Shape;1132;p19"/>
              <p:cNvSpPr/>
              <p:nvPr/>
            </p:nvSpPr>
            <p:spPr>
              <a:xfrm rot="-9421558">
                <a:off x="740331" y="4726434"/>
                <a:ext cx="130664" cy="130664"/>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133" name="Google Shape;1133;p19"/>
              <p:cNvCxnSpPr>
                <a:stCxn id="1129" idx="5"/>
                <a:endCxn id="1128" idx="1"/>
              </p:cNvCxnSpPr>
              <p:nvPr/>
            </p:nvCxnSpPr>
            <p:spPr>
              <a:xfrm rot="10460456">
                <a:off x="3045371" y="6063279"/>
                <a:ext cx="365079" cy="832966"/>
              </a:xfrm>
              <a:prstGeom prst="straightConnector1">
                <a:avLst/>
              </a:prstGeom>
              <a:noFill/>
              <a:ln w="9525" cap="flat" cmpd="sng">
                <a:solidFill>
                  <a:schemeClr val="dk2"/>
                </a:solidFill>
                <a:prstDash val="solid"/>
                <a:round/>
                <a:headEnd type="none" w="med" len="med"/>
                <a:tailEnd type="none" w="med" len="med"/>
              </a:ln>
            </p:spPr>
          </p:cxnSp>
          <p:cxnSp>
            <p:nvCxnSpPr>
              <p:cNvPr id="1134" name="Google Shape;1134;p19"/>
              <p:cNvCxnSpPr>
                <a:stCxn id="1130" idx="4"/>
                <a:endCxn id="1128" idx="7"/>
              </p:cNvCxnSpPr>
              <p:nvPr/>
            </p:nvCxnSpPr>
            <p:spPr>
              <a:xfrm rot="10460763" flipH="1">
                <a:off x="1865029" y="6113097"/>
                <a:ext cx="1087089" cy="9343"/>
              </a:xfrm>
              <a:prstGeom prst="straightConnector1">
                <a:avLst/>
              </a:prstGeom>
              <a:noFill/>
              <a:ln w="9525" cap="flat" cmpd="sng">
                <a:solidFill>
                  <a:schemeClr val="dk2"/>
                </a:solidFill>
                <a:prstDash val="solid"/>
                <a:round/>
                <a:headEnd type="none" w="med" len="med"/>
                <a:tailEnd type="none" w="med" len="med"/>
              </a:ln>
            </p:spPr>
          </p:cxnSp>
          <p:cxnSp>
            <p:nvCxnSpPr>
              <p:cNvPr id="1135" name="Google Shape;1135;p19"/>
              <p:cNvCxnSpPr>
                <a:stCxn id="1125" idx="0"/>
                <a:endCxn id="1129" idx="3"/>
              </p:cNvCxnSpPr>
              <p:nvPr/>
            </p:nvCxnSpPr>
            <p:spPr>
              <a:xfrm rot="-339783" flipH="1">
                <a:off x="3393035" y="4884097"/>
                <a:ext cx="1295121" cy="1950801"/>
              </a:xfrm>
              <a:prstGeom prst="straightConnector1">
                <a:avLst/>
              </a:prstGeom>
              <a:noFill/>
              <a:ln w="9525" cap="flat" cmpd="sng">
                <a:solidFill>
                  <a:schemeClr val="dk2"/>
                </a:solidFill>
                <a:prstDash val="solid"/>
                <a:round/>
                <a:headEnd type="none" w="med" len="med"/>
                <a:tailEnd type="none" w="med" len="med"/>
              </a:ln>
            </p:spPr>
          </p:cxnSp>
          <p:cxnSp>
            <p:nvCxnSpPr>
              <p:cNvPr id="1136" name="Google Shape;1136;p19"/>
              <p:cNvCxnSpPr>
                <a:stCxn id="1129" idx="7"/>
                <a:endCxn id="1130" idx="2"/>
              </p:cNvCxnSpPr>
              <p:nvPr/>
            </p:nvCxnSpPr>
            <p:spPr>
              <a:xfrm rot="10460582">
                <a:off x="1928581" y="6158259"/>
                <a:ext cx="1466944" cy="833861"/>
              </a:xfrm>
              <a:prstGeom prst="straightConnector1">
                <a:avLst/>
              </a:prstGeom>
              <a:noFill/>
              <a:ln w="9525" cap="flat" cmpd="sng">
                <a:solidFill>
                  <a:schemeClr val="dk2"/>
                </a:solidFill>
                <a:prstDash val="solid"/>
                <a:round/>
                <a:headEnd type="none" w="med" len="med"/>
                <a:tailEnd type="none" w="med" len="med"/>
              </a:ln>
            </p:spPr>
          </p:cxnSp>
          <p:cxnSp>
            <p:nvCxnSpPr>
              <p:cNvPr id="1137" name="Google Shape;1137;p19"/>
              <p:cNvCxnSpPr>
                <a:stCxn id="1130" idx="6"/>
                <a:endCxn id="1126" idx="1"/>
              </p:cNvCxnSpPr>
              <p:nvPr/>
            </p:nvCxnSpPr>
            <p:spPr>
              <a:xfrm rot="10462833" flipH="1">
                <a:off x="1755412" y="5065169"/>
                <a:ext cx="150121" cy="1129000"/>
              </a:xfrm>
              <a:prstGeom prst="straightConnector1">
                <a:avLst/>
              </a:prstGeom>
              <a:noFill/>
              <a:ln w="9525" cap="flat" cmpd="sng">
                <a:solidFill>
                  <a:schemeClr val="dk2"/>
                </a:solidFill>
                <a:prstDash val="solid"/>
                <a:round/>
                <a:headEnd type="none" w="med" len="med"/>
                <a:tailEnd type="none" w="med" len="med"/>
              </a:ln>
            </p:spPr>
          </p:cxnSp>
          <p:cxnSp>
            <p:nvCxnSpPr>
              <p:cNvPr id="1138" name="Google Shape;1138;p19"/>
              <p:cNvCxnSpPr>
                <a:stCxn id="1128" idx="5"/>
                <a:endCxn id="1126" idx="1"/>
              </p:cNvCxnSpPr>
              <p:nvPr/>
            </p:nvCxnSpPr>
            <p:spPr>
              <a:xfrm rot="10460368">
                <a:off x="1898704" y="5007487"/>
                <a:ext cx="1024998" cy="1048819"/>
              </a:xfrm>
              <a:prstGeom prst="straightConnector1">
                <a:avLst/>
              </a:prstGeom>
              <a:noFill/>
              <a:ln w="9525" cap="flat" cmpd="sng">
                <a:solidFill>
                  <a:schemeClr val="dk2"/>
                </a:solidFill>
                <a:prstDash val="solid"/>
                <a:round/>
                <a:headEnd type="none" w="med" len="med"/>
                <a:tailEnd type="none" w="med" len="med"/>
              </a:ln>
            </p:spPr>
          </p:cxnSp>
          <p:cxnSp>
            <p:nvCxnSpPr>
              <p:cNvPr id="1139" name="Google Shape;1139;p19"/>
              <p:cNvCxnSpPr>
                <a:stCxn id="1125" idx="6"/>
                <a:endCxn id="1131" idx="3"/>
              </p:cNvCxnSpPr>
              <p:nvPr/>
            </p:nvCxnSpPr>
            <p:spPr>
              <a:xfrm rot="10459888">
                <a:off x="3818606" y="4656348"/>
                <a:ext cx="731979" cy="120599"/>
              </a:xfrm>
              <a:prstGeom prst="straightConnector1">
                <a:avLst/>
              </a:prstGeom>
              <a:noFill/>
              <a:ln w="9525" cap="flat" cmpd="sng">
                <a:solidFill>
                  <a:schemeClr val="dk2"/>
                </a:solidFill>
                <a:prstDash val="solid"/>
                <a:round/>
                <a:headEnd type="none" w="med" len="med"/>
                <a:tailEnd type="none" w="med" len="med"/>
              </a:ln>
            </p:spPr>
          </p:cxnSp>
          <p:cxnSp>
            <p:nvCxnSpPr>
              <p:cNvPr id="1140" name="Google Shape;1140;p19"/>
              <p:cNvCxnSpPr>
                <a:stCxn id="1125" idx="7"/>
                <a:endCxn id="1128" idx="3"/>
              </p:cNvCxnSpPr>
              <p:nvPr/>
            </p:nvCxnSpPr>
            <p:spPr>
              <a:xfrm rot="-339569" flipH="1">
                <a:off x="2971884" y="4867995"/>
                <a:ext cx="1639693" cy="1081059"/>
              </a:xfrm>
              <a:prstGeom prst="straightConnector1">
                <a:avLst/>
              </a:prstGeom>
              <a:noFill/>
              <a:ln w="9525" cap="flat" cmpd="sng">
                <a:solidFill>
                  <a:schemeClr val="dk2"/>
                </a:solidFill>
                <a:prstDash val="solid"/>
                <a:round/>
                <a:headEnd type="none" w="med" len="med"/>
                <a:tailEnd type="none" w="med" len="med"/>
              </a:ln>
            </p:spPr>
          </p:cxnSp>
          <p:cxnSp>
            <p:nvCxnSpPr>
              <p:cNvPr id="1141" name="Google Shape;1141;p19"/>
              <p:cNvCxnSpPr>
                <a:stCxn id="1131" idx="7"/>
                <a:endCxn id="1127" idx="3"/>
              </p:cNvCxnSpPr>
              <p:nvPr/>
            </p:nvCxnSpPr>
            <p:spPr>
              <a:xfrm rot="-339665" flipH="1">
                <a:off x="3259894" y="4748265"/>
                <a:ext cx="483558" cy="163106"/>
              </a:xfrm>
              <a:prstGeom prst="straightConnector1">
                <a:avLst/>
              </a:prstGeom>
              <a:noFill/>
              <a:ln w="9525" cap="flat" cmpd="sng">
                <a:solidFill>
                  <a:schemeClr val="dk2"/>
                </a:solidFill>
                <a:prstDash val="solid"/>
                <a:round/>
                <a:headEnd type="none" w="med" len="med"/>
                <a:tailEnd type="none" w="med" len="med"/>
              </a:ln>
            </p:spPr>
          </p:cxnSp>
          <p:cxnSp>
            <p:nvCxnSpPr>
              <p:cNvPr id="1142" name="Google Shape;1142;p19"/>
              <p:cNvCxnSpPr>
                <a:stCxn id="1127" idx="0"/>
                <a:endCxn id="1128" idx="5"/>
              </p:cNvCxnSpPr>
              <p:nvPr/>
            </p:nvCxnSpPr>
            <p:spPr>
              <a:xfrm rot="-341652" flipH="1">
                <a:off x="2929081" y="5115280"/>
                <a:ext cx="208629" cy="879981"/>
              </a:xfrm>
              <a:prstGeom prst="straightConnector1">
                <a:avLst/>
              </a:prstGeom>
              <a:noFill/>
              <a:ln w="9525" cap="flat" cmpd="sng">
                <a:solidFill>
                  <a:schemeClr val="dk2"/>
                </a:solidFill>
                <a:prstDash val="solid"/>
                <a:round/>
                <a:headEnd type="none" w="med" len="med"/>
                <a:tailEnd type="none" w="med" len="med"/>
              </a:ln>
            </p:spPr>
          </p:cxnSp>
          <p:cxnSp>
            <p:nvCxnSpPr>
              <p:cNvPr id="1143" name="Google Shape;1143;p19"/>
              <p:cNvCxnSpPr>
                <a:stCxn id="1132" idx="2"/>
                <a:endCxn id="1126" idx="6"/>
              </p:cNvCxnSpPr>
              <p:nvPr/>
            </p:nvCxnSpPr>
            <p:spPr>
              <a:xfrm rot="-339023">
                <a:off x="875824" y="4773316"/>
                <a:ext cx="880579" cy="246302"/>
              </a:xfrm>
              <a:prstGeom prst="straightConnector1">
                <a:avLst/>
              </a:prstGeom>
              <a:noFill/>
              <a:ln w="9525" cap="flat" cmpd="sng">
                <a:solidFill>
                  <a:schemeClr val="dk2"/>
                </a:solidFill>
                <a:prstDash val="solid"/>
                <a:round/>
                <a:headEnd type="none" w="med" len="med"/>
                <a:tailEnd type="none" w="med" len="med"/>
              </a:ln>
            </p:spPr>
          </p:cxnSp>
          <p:cxnSp>
            <p:nvCxnSpPr>
              <p:cNvPr id="1144" name="Google Shape;1144;p19"/>
              <p:cNvCxnSpPr>
                <a:stCxn id="1129" idx="6"/>
                <a:endCxn id="1132" idx="1"/>
              </p:cNvCxnSpPr>
              <p:nvPr/>
            </p:nvCxnSpPr>
            <p:spPr>
              <a:xfrm rot="10460586">
                <a:off x="937128" y="4728830"/>
                <a:ext cx="2389135" cy="2287850"/>
              </a:xfrm>
              <a:prstGeom prst="straightConnector1">
                <a:avLst/>
              </a:prstGeom>
              <a:noFill/>
              <a:ln w="9525" cap="flat" cmpd="sng">
                <a:solidFill>
                  <a:schemeClr val="dk2"/>
                </a:solidFill>
                <a:prstDash val="solid"/>
                <a:round/>
                <a:headEnd type="none" w="med" len="med"/>
                <a:tailEnd type="none" w="med" len="med"/>
              </a:ln>
            </p:spPr>
          </p:cxnSp>
          <p:sp>
            <p:nvSpPr>
              <p:cNvPr id="1145" name="Google Shape;1145;p19"/>
              <p:cNvSpPr/>
              <p:nvPr/>
            </p:nvSpPr>
            <p:spPr>
              <a:xfrm rot="-9414352">
                <a:off x="1960639" y="4664187"/>
                <a:ext cx="86426" cy="86426"/>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146" name="Google Shape;1146;p19"/>
              <p:cNvCxnSpPr>
                <a:stCxn id="1132" idx="3"/>
                <a:endCxn id="1145" idx="7"/>
              </p:cNvCxnSpPr>
              <p:nvPr/>
            </p:nvCxnSpPr>
            <p:spPr>
              <a:xfrm rot="-339173">
                <a:off x="866711" y="4713112"/>
                <a:ext cx="1096432" cy="64807"/>
              </a:xfrm>
              <a:prstGeom prst="straightConnector1">
                <a:avLst/>
              </a:prstGeom>
              <a:noFill/>
              <a:ln w="9525" cap="flat" cmpd="sng">
                <a:solidFill>
                  <a:schemeClr val="dk2"/>
                </a:solidFill>
                <a:prstDash val="solid"/>
                <a:round/>
                <a:headEnd type="none" w="med" len="med"/>
                <a:tailEnd type="none" w="med" len="med"/>
              </a:ln>
            </p:spPr>
          </p:cxnSp>
          <p:cxnSp>
            <p:nvCxnSpPr>
              <p:cNvPr id="1147" name="Google Shape;1147;p19"/>
              <p:cNvCxnSpPr>
                <a:stCxn id="1145" idx="2"/>
                <a:endCxn id="1127" idx="6"/>
              </p:cNvCxnSpPr>
              <p:nvPr/>
            </p:nvCxnSpPr>
            <p:spPr>
              <a:xfrm rot="-339840">
                <a:off x="2056272" y="4676508"/>
                <a:ext cx="954460" cy="303884"/>
              </a:xfrm>
              <a:prstGeom prst="straightConnector1">
                <a:avLst/>
              </a:prstGeom>
              <a:noFill/>
              <a:ln w="9525" cap="flat" cmpd="sng">
                <a:solidFill>
                  <a:schemeClr val="dk2"/>
                </a:solidFill>
                <a:prstDash val="solid"/>
                <a:round/>
                <a:headEnd type="none" w="med" len="med"/>
                <a:tailEnd type="none" w="med" len="med"/>
              </a:ln>
            </p:spPr>
          </p:cxnSp>
          <p:cxnSp>
            <p:nvCxnSpPr>
              <p:cNvPr id="1148" name="Google Shape;1148;p19"/>
              <p:cNvCxnSpPr>
                <a:stCxn id="1145" idx="0"/>
                <a:endCxn id="1126" idx="4"/>
              </p:cNvCxnSpPr>
              <p:nvPr/>
            </p:nvCxnSpPr>
            <p:spPr>
              <a:xfrm rot="-340645" flipH="1">
                <a:off x="1841473" y="4754364"/>
                <a:ext cx="154659" cy="179972"/>
              </a:xfrm>
              <a:prstGeom prst="straightConnector1">
                <a:avLst/>
              </a:prstGeom>
              <a:noFill/>
              <a:ln w="9525" cap="flat" cmpd="sng">
                <a:solidFill>
                  <a:schemeClr val="dk2"/>
                </a:solidFill>
                <a:prstDash val="solid"/>
                <a:round/>
                <a:headEnd type="none" w="med" len="med"/>
                <a:tailEnd type="none" w="med" len="med"/>
              </a:ln>
            </p:spPr>
          </p:cxnSp>
          <p:cxnSp>
            <p:nvCxnSpPr>
              <p:cNvPr id="1149" name="Google Shape;1149;p19"/>
              <p:cNvCxnSpPr>
                <a:stCxn id="1145" idx="1"/>
                <a:endCxn id="1128" idx="5"/>
              </p:cNvCxnSpPr>
              <p:nvPr/>
            </p:nvCxnSpPr>
            <p:spPr>
              <a:xfrm rot="-339524">
                <a:off x="2084265" y="4703564"/>
                <a:ext cx="824518" cy="1343659"/>
              </a:xfrm>
              <a:prstGeom prst="straightConnector1">
                <a:avLst/>
              </a:prstGeom>
              <a:noFill/>
              <a:ln w="9525" cap="flat" cmpd="sng">
                <a:solidFill>
                  <a:schemeClr val="dk2"/>
                </a:solidFill>
                <a:prstDash val="solid"/>
                <a:round/>
                <a:headEnd type="none" w="med" len="med"/>
                <a:tailEnd type="none" w="med" len="med"/>
              </a:ln>
            </p:spPr>
          </p:cxnSp>
          <p:sp>
            <p:nvSpPr>
              <p:cNvPr id="1150" name="Google Shape;1150;p19"/>
              <p:cNvSpPr/>
              <p:nvPr/>
            </p:nvSpPr>
            <p:spPr>
              <a:xfrm rot="-9417549">
                <a:off x="3933996" y="4880048"/>
                <a:ext cx="128773" cy="128773"/>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151" name="Google Shape;1151;p19"/>
              <p:cNvCxnSpPr>
                <a:stCxn id="1127" idx="2"/>
                <a:endCxn id="1150" idx="7"/>
              </p:cNvCxnSpPr>
              <p:nvPr/>
            </p:nvCxnSpPr>
            <p:spPr>
              <a:xfrm rot="10459800" flipH="1">
                <a:off x="3266347" y="5001756"/>
                <a:ext cx="674098" cy="1530"/>
              </a:xfrm>
              <a:prstGeom prst="straightConnector1">
                <a:avLst/>
              </a:prstGeom>
              <a:noFill/>
              <a:ln w="9525" cap="flat" cmpd="sng">
                <a:solidFill>
                  <a:schemeClr val="dk2"/>
                </a:solidFill>
                <a:prstDash val="solid"/>
                <a:round/>
                <a:headEnd type="none" w="med" len="med"/>
                <a:tailEnd type="none" w="med" len="med"/>
              </a:ln>
            </p:spPr>
          </p:cxnSp>
          <p:cxnSp>
            <p:nvCxnSpPr>
              <p:cNvPr id="1152" name="Google Shape;1152;p19"/>
              <p:cNvCxnSpPr>
                <a:stCxn id="1150" idx="3"/>
                <a:endCxn id="1125" idx="7"/>
              </p:cNvCxnSpPr>
              <p:nvPr/>
            </p:nvCxnSpPr>
            <p:spPr>
              <a:xfrm rot="10459592" flipH="1">
                <a:off x="4052806" y="4814404"/>
                <a:ext cx="506782" cy="81105"/>
              </a:xfrm>
              <a:prstGeom prst="straightConnector1">
                <a:avLst/>
              </a:prstGeom>
              <a:noFill/>
              <a:ln w="9525" cap="flat" cmpd="sng">
                <a:solidFill>
                  <a:schemeClr val="dk2"/>
                </a:solidFill>
                <a:prstDash val="solid"/>
                <a:round/>
                <a:headEnd type="none" w="med" len="med"/>
                <a:tailEnd type="none" w="med" len="med"/>
              </a:ln>
            </p:spPr>
          </p:cxnSp>
          <p:cxnSp>
            <p:nvCxnSpPr>
              <p:cNvPr id="1153" name="Google Shape;1153;p19"/>
              <p:cNvCxnSpPr>
                <a:stCxn id="1128" idx="4"/>
                <a:endCxn id="1150" idx="0"/>
              </p:cNvCxnSpPr>
              <p:nvPr/>
            </p:nvCxnSpPr>
            <p:spPr>
              <a:xfrm rot="10460266" flipH="1">
                <a:off x="2959037" y="5053792"/>
                <a:ext cx="1061178" cy="899594"/>
              </a:xfrm>
              <a:prstGeom prst="straightConnector1">
                <a:avLst/>
              </a:prstGeom>
              <a:noFill/>
              <a:ln w="9525" cap="flat" cmpd="sng">
                <a:solidFill>
                  <a:schemeClr val="dk2"/>
                </a:solidFill>
                <a:prstDash val="solid"/>
                <a:round/>
                <a:headEnd type="none" w="med" len="med"/>
                <a:tailEnd type="none" w="med" len="med"/>
              </a:ln>
            </p:spPr>
          </p:cxn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303"/>
        <p:cNvGrpSpPr/>
        <p:nvPr/>
      </p:nvGrpSpPr>
      <p:grpSpPr>
        <a:xfrm>
          <a:off x="0" y="0"/>
          <a:ext cx="0" cy="0"/>
          <a:chOff x="0" y="0"/>
          <a:chExt cx="0" cy="0"/>
        </a:xfrm>
      </p:grpSpPr>
      <p:grpSp>
        <p:nvGrpSpPr>
          <p:cNvPr id="1304" name="Google Shape;1304;p22"/>
          <p:cNvGrpSpPr/>
          <p:nvPr/>
        </p:nvGrpSpPr>
        <p:grpSpPr>
          <a:xfrm>
            <a:off x="119476" y="1141150"/>
            <a:ext cx="7318880" cy="3862644"/>
            <a:chOff x="119476" y="1141150"/>
            <a:chExt cx="7318880" cy="3862644"/>
          </a:xfrm>
        </p:grpSpPr>
        <p:grpSp>
          <p:nvGrpSpPr>
            <p:cNvPr id="1305" name="Google Shape;1305;p22"/>
            <p:cNvGrpSpPr/>
            <p:nvPr/>
          </p:nvGrpSpPr>
          <p:grpSpPr>
            <a:xfrm rot="10800000">
              <a:off x="119476" y="1141150"/>
              <a:ext cx="298275" cy="322675"/>
              <a:chOff x="8667225" y="681525"/>
              <a:chExt cx="298275" cy="322675"/>
            </a:xfrm>
          </p:grpSpPr>
          <p:sp>
            <p:nvSpPr>
              <p:cNvPr id="1306" name="Google Shape;1306;p22"/>
              <p:cNvSpPr/>
              <p:nvPr/>
            </p:nvSpPr>
            <p:spPr>
              <a:xfrm rot="10800000">
                <a:off x="8667225" y="82162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07" name="Google Shape;1307;p22"/>
              <p:cNvSpPr/>
              <p:nvPr/>
            </p:nvSpPr>
            <p:spPr>
              <a:xfrm rot="10800000">
                <a:off x="8825400" y="681525"/>
                <a:ext cx="140100" cy="14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08" name="Google Shape;1308;p22"/>
              <p:cNvSpPr/>
              <p:nvPr/>
            </p:nvSpPr>
            <p:spPr>
              <a:xfrm rot="10800000">
                <a:off x="8869800" y="95290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309" name="Google Shape;1309;p22"/>
            <p:cNvGrpSpPr/>
            <p:nvPr/>
          </p:nvGrpSpPr>
          <p:grpSpPr>
            <a:xfrm rot="-5139163">
              <a:off x="6960991" y="4509560"/>
              <a:ext cx="254304" cy="683114"/>
              <a:chOff x="140150" y="4353245"/>
              <a:chExt cx="254310" cy="683130"/>
            </a:xfrm>
          </p:grpSpPr>
          <p:sp>
            <p:nvSpPr>
              <p:cNvPr id="1310" name="Google Shape;1310;p22"/>
              <p:cNvSpPr/>
              <p:nvPr/>
            </p:nvSpPr>
            <p:spPr>
              <a:xfrm rot="10800000">
                <a:off x="140150" y="494967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11" name="Google Shape;1311;p22"/>
              <p:cNvSpPr/>
              <p:nvPr/>
            </p:nvSpPr>
            <p:spPr>
              <a:xfrm rot="10800000">
                <a:off x="146360" y="4668727"/>
                <a:ext cx="140100" cy="140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12" name="Google Shape;1312;p22"/>
              <p:cNvSpPr/>
              <p:nvPr/>
            </p:nvSpPr>
            <p:spPr>
              <a:xfrm rot="10800000">
                <a:off x="343160" y="4863902"/>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13" name="Google Shape;1313;p22"/>
              <p:cNvSpPr/>
              <p:nvPr/>
            </p:nvSpPr>
            <p:spPr>
              <a:xfrm rot="10800000">
                <a:off x="141945" y="4353245"/>
                <a:ext cx="51300" cy="51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grpSp>
        <p:nvGrpSpPr>
          <p:cNvPr id="1314" name="Google Shape;1314;p22"/>
          <p:cNvGrpSpPr/>
          <p:nvPr/>
        </p:nvGrpSpPr>
        <p:grpSpPr>
          <a:xfrm>
            <a:off x="-3264108" y="1062527"/>
            <a:ext cx="12699758" cy="5125916"/>
            <a:chOff x="-3264108" y="1062527"/>
            <a:chExt cx="12699758" cy="5125916"/>
          </a:xfrm>
        </p:grpSpPr>
        <p:grpSp>
          <p:nvGrpSpPr>
            <p:cNvPr id="1315" name="Google Shape;1315;p22"/>
            <p:cNvGrpSpPr/>
            <p:nvPr/>
          </p:nvGrpSpPr>
          <p:grpSpPr>
            <a:xfrm rot="10800000">
              <a:off x="7825876" y="2716263"/>
              <a:ext cx="1609774" cy="2641456"/>
              <a:chOff x="-225924" y="-192037"/>
              <a:chExt cx="1609774" cy="2641456"/>
            </a:xfrm>
          </p:grpSpPr>
          <p:cxnSp>
            <p:nvCxnSpPr>
              <p:cNvPr id="1316" name="Google Shape;1316;p22"/>
              <p:cNvCxnSpPr>
                <a:stCxn id="1317" idx="7"/>
                <a:endCxn id="1318" idx="2"/>
              </p:cNvCxnSpPr>
              <p:nvPr/>
            </p:nvCxnSpPr>
            <p:spPr>
              <a:xfrm rot="10800000" flipH="1">
                <a:off x="332904" y="155655"/>
                <a:ext cx="893400" cy="226800"/>
              </a:xfrm>
              <a:prstGeom prst="straightConnector1">
                <a:avLst/>
              </a:prstGeom>
              <a:noFill/>
              <a:ln w="9525" cap="flat" cmpd="sng">
                <a:solidFill>
                  <a:schemeClr val="dk2"/>
                </a:solidFill>
                <a:prstDash val="solid"/>
                <a:round/>
                <a:headEnd type="none" w="med" len="med"/>
                <a:tailEnd type="none" w="med" len="med"/>
              </a:ln>
            </p:spPr>
          </p:cxnSp>
          <p:sp>
            <p:nvSpPr>
              <p:cNvPr id="1318" name="Google Shape;1318;p22"/>
              <p:cNvSpPr/>
              <p:nvPr/>
            </p:nvSpPr>
            <p:spPr>
              <a:xfrm>
                <a:off x="1226350" y="767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19" name="Google Shape;1319;p22"/>
              <p:cNvSpPr/>
              <p:nvPr/>
            </p:nvSpPr>
            <p:spPr>
              <a:xfrm>
                <a:off x="-225924" y="-192037"/>
                <a:ext cx="99900" cy="99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20" name="Google Shape;1320;p22"/>
              <p:cNvSpPr/>
              <p:nvPr/>
            </p:nvSpPr>
            <p:spPr>
              <a:xfrm>
                <a:off x="177600" y="229191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21" name="Google Shape;1321;p22"/>
              <p:cNvSpPr/>
              <p:nvPr/>
            </p:nvSpPr>
            <p:spPr>
              <a:xfrm>
                <a:off x="734301" y="222187"/>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22" name="Google Shape;1322;p22"/>
              <p:cNvSpPr/>
              <p:nvPr/>
            </p:nvSpPr>
            <p:spPr>
              <a:xfrm>
                <a:off x="49626" y="886737"/>
                <a:ext cx="86700" cy="86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23" name="Google Shape;1323;p22"/>
              <p:cNvSpPr/>
              <p:nvPr/>
            </p:nvSpPr>
            <p:spPr>
              <a:xfrm>
                <a:off x="292075" y="1058069"/>
                <a:ext cx="147900" cy="147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324" name="Google Shape;1324;p22"/>
              <p:cNvCxnSpPr>
                <a:stCxn id="1323" idx="4"/>
                <a:endCxn id="1320" idx="0"/>
              </p:cNvCxnSpPr>
              <p:nvPr/>
            </p:nvCxnSpPr>
            <p:spPr>
              <a:xfrm flipH="1">
                <a:off x="256225" y="1205969"/>
                <a:ext cx="109800" cy="1086000"/>
              </a:xfrm>
              <a:prstGeom prst="straightConnector1">
                <a:avLst/>
              </a:prstGeom>
              <a:noFill/>
              <a:ln w="9525" cap="flat" cmpd="sng">
                <a:solidFill>
                  <a:schemeClr val="dk2"/>
                </a:solidFill>
                <a:prstDash val="solid"/>
                <a:round/>
                <a:headEnd type="none" w="med" len="med"/>
                <a:tailEnd type="none" w="med" len="med"/>
              </a:ln>
            </p:spPr>
          </p:cxnSp>
          <p:cxnSp>
            <p:nvCxnSpPr>
              <p:cNvPr id="1325" name="Google Shape;1325;p22"/>
              <p:cNvCxnSpPr>
                <a:stCxn id="1322" idx="4"/>
                <a:endCxn id="1320" idx="0"/>
              </p:cNvCxnSpPr>
              <p:nvPr/>
            </p:nvCxnSpPr>
            <p:spPr>
              <a:xfrm>
                <a:off x="92976" y="973437"/>
                <a:ext cx="163500" cy="1318500"/>
              </a:xfrm>
              <a:prstGeom prst="straightConnector1">
                <a:avLst/>
              </a:prstGeom>
              <a:noFill/>
              <a:ln w="9525" cap="flat" cmpd="sng">
                <a:solidFill>
                  <a:schemeClr val="dk2"/>
                </a:solidFill>
                <a:prstDash val="solid"/>
                <a:round/>
                <a:headEnd type="none" w="med" len="med"/>
                <a:tailEnd type="none" w="med" len="med"/>
              </a:ln>
            </p:spPr>
          </p:cxnSp>
          <p:cxnSp>
            <p:nvCxnSpPr>
              <p:cNvPr id="1326" name="Google Shape;1326;p22"/>
              <p:cNvCxnSpPr>
                <a:stCxn id="1322" idx="5"/>
                <a:endCxn id="1323" idx="1"/>
              </p:cNvCxnSpPr>
              <p:nvPr/>
            </p:nvCxnSpPr>
            <p:spPr>
              <a:xfrm>
                <a:off x="123629" y="960741"/>
                <a:ext cx="190200" cy="119100"/>
              </a:xfrm>
              <a:prstGeom prst="straightConnector1">
                <a:avLst/>
              </a:prstGeom>
              <a:noFill/>
              <a:ln w="9525" cap="flat" cmpd="sng">
                <a:solidFill>
                  <a:schemeClr val="dk2"/>
                </a:solidFill>
                <a:prstDash val="solid"/>
                <a:round/>
                <a:headEnd type="none" w="med" len="med"/>
                <a:tailEnd type="none" w="med" len="med"/>
              </a:ln>
            </p:spPr>
          </p:cxnSp>
          <p:cxnSp>
            <p:nvCxnSpPr>
              <p:cNvPr id="1327" name="Google Shape;1327;p22"/>
              <p:cNvCxnSpPr>
                <a:stCxn id="1322" idx="0"/>
                <a:endCxn id="1319" idx="4"/>
              </p:cNvCxnSpPr>
              <p:nvPr/>
            </p:nvCxnSpPr>
            <p:spPr>
              <a:xfrm rot="10800000">
                <a:off x="-176124" y="-92163"/>
                <a:ext cx="269100" cy="978900"/>
              </a:xfrm>
              <a:prstGeom prst="straightConnector1">
                <a:avLst/>
              </a:prstGeom>
              <a:noFill/>
              <a:ln w="9525" cap="flat" cmpd="sng">
                <a:solidFill>
                  <a:schemeClr val="dk2"/>
                </a:solidFill>
                <a:prstDash val="solid"/>
                <a:round/>
                <a:headEnd type="none" w="med" len="med"/>
                <a:tailEnd type="none" w="med" len="med"/>
              </a:ln>
            </p:spPr>
          </p:cxnSp>
          <p:cxnSp>
            <p:nvCxnSpPr>
              <p:cNvPr id="1328" name="Google Shape;1328;p22"/>
              <p:cNvCxnSpPr>
                <a:stCxn id="1322" idx="7"/>
                <a:endCxn id="1317" idx="3"/>
              </p:cNvCxnSpPr>
              <p:nvPr/>
            </p:nvCxnSpPr>
            <p:spPr>
              <a:xfrm rot="10800000" flipH="1">
                <a:off x="123629" y="443734"/>
                <a:ext cx="147900" cy="455700"/>
              </a:xfrm>
              <a:prstGeom prst="straightConnector1">
                <a:avLst/>
              </a:prstGeom>
              <a:noFill/>
              <a:ln w="9525" cap="flat" cmpd="sng">
                <a:solidFill>
                  <a:schemeClr val="dk2"/>
                </a:solidFill>
                <a:prstDash val="solid"/>
                <a:round/>
                <a:headEnd type="none" w="med" len="med"/>
                <a:tailEnd type="none" w="med" len="med"/>
              </a:ln>
            </p:spPr>
          </p:cxnSp>
          <p:cxnSp>
            <p:nvCxnSpPr>
              <p:cNvPr id="1329" name="Google Shape;1329;p22"/>
              <p:cNvCxnSpPr>
                <a:stCxn id="1319" idx="5"/>
                <a:endCxn id="1317" idx="1"/>
              </p:cNvCxnSpPr>
              <p:nvPr/>
            </p:nvCxnSpPr>
            <p:spPr>
              <a:xfrm>
                <a:off x="-140654" y="-106767"/>
                <a:ext cx="412200" cy="489300"/>
              </a:xfrm>
              <a:prstGeom prst="straightConnector1">
                <a:avLst/>
              </a:prstGeom>
              <a:noFill/>
              <a:ln w="9525" cap="flat" cmpd="sng">
                <a:solidFill>
                  <a:schemeClr val="dk2"/>
                </a:solidFill>
                <a:prstDash val="solid"/>
                <a:round/>
                <a:headEnd type="none" w="med" len="med"/>
                <a:tailEnd type="none" w="med" len="med"/>
              </a:ln>
            </p:spPr>
          </p:cxnSp>
          <p:cxnSp>
            <p:nvCxnSpPr>
              <p:cNvPr id="1330" name="Google Shape;1330;p22"/>
              <p:cNvCxnSpPr>
                <a:stCxn id="1319" idx="6"/>
                <a:endCxn id="1318" idx="2"/>
              </p:cNvCxnSpPr>
              <p:nvPr/>
            </p:nvCxnSpPr>
            <p:spPr>
              <a:xfrm>
                <a:off x="-126024" y="-142087"/>
                <a:ext cx="1352400" cy="297600"/>
              </a:xfrm>
              <a:prstGeom prst="straightConnector1">
                <a:avLst/>
              </a:prstGeom>
              <a:noFill/>
              <a:ln w="9525" cap="flat" cmpd="sng">
                <a:solidFill>
                  <a:schemeClr val="dk2"/>
                </a:solidFill>
                <a:prstDash val="solid"/>
                <a:round/>
                <a:headEnd type="none" w="med" len="med"/>
                <a:tailEnd type="none" w="med" len="med"/>
              </a:ln>
            </p:spPr>
          </p:cxnSp>
          <p:cxnSp>
            <p:nvCxnSpPr>
              <p:cNvPr id="1331" name="Google Shape;1331;p22"/>
              <p:cNvCxnSpPr>
                <a:stCxn id="1321" idx="2"/>
                <a:endCxn id="1319" idx="5"/>
              </p:cNvCxnSpPr>
              <p:nvPr/>
            </p:nvCxnSpPr>
            <p:spPr>
              <a:xfrm rot="10800000">
                <a:off x="-140799" y="-106763"/>
                <a:ext cx="875100" cy="372300"/>
              </a:xfrm>
              <a:prstGeom prst="straightConnector1">
                <a:avLst/>
              </a:prstGeom>
              <a:noFill/>
              <a:ln w="9525" cap="flat" cmpd="sng">
                <a:solidFill>
                  <a:schemeClr val="dk2"/>
                </a:solidFill>
                <a:prstDash val="solid"/>
                <a:round/>
                <a:headEnd type="none" w="med" len="med"/>
                <a:tailEnd type="none" w="med" len="med"/>
              </a:ln>
            </p:spPr>
          </p:cxnSp>
          <p:cxnSp>
            <p:nvCxnSpPr>
              <p:cNvPr id="1332" name="Google Shape;1332;p22"/>
              <p:cNvCxnSpPr>
                <a:stCxn id="1323" idx="0"/>
                <a:endCxn id="1317" idx="4"/>
              </p:cNvCxnSpPr>
              <p:nvPr/>
            </p:nvCxnSpPr>
            <p:spPr>
              <a:xfrm rot="10800000">
                <a:off x="302125" y="456569"/>
                <a:ext cx="63900" cy="601500"/>
              </a:xfrm>
              <a:prstGeom prst="straightConnector1">
                <a:avLst/>
              </a:prstGeom>
              <a:noFill/>
              <a:ln w="9525" cap="flat" cmpd="sng">
                <a:solidFill>
                  <a:schemeClr val="dk2"/>
                </a:solidFill>
                <a:prstDash val="solid"/>
                <a:round/>
                <a:headEnd type="none" w="med" len="med"/>
                <a:tailEnd type="none" w="med" len="med"/>
              </a:ln>
            </p:spPr>
          </p:cxnSp>
          <p:cxnSp>
            <p:nvCxnSpPr>
              <p:cNvPr id="1333" name="Google Shape;1333;p22"/>
              <p:cNvCxnSpPr>
                <a:stCxn id="1323" idx="0"/>
                <a:endCxn id="1321" idx="3"/>
              </p:cNvCxnSpPr>
              <p:nvPr/>
            </p:nvCxnSpPr>
            <p:spPr>
              <a:xfrm rot="10800000" flipH="1">
                <a:off x="366025" y="296069"/>
                <a:ext cx="381000" cy="762000"/>
              </a:xfrm>
              <a:prstGeom prst="straightConnector1">
                <a:avLst/>
              </a:prstGeom>
              <a:noFill/>
              <a:ln w="9525" cap="flat" cmpd="sng">
                <a:solidFill>
                  <a:schemeClr val="dk2"/>
                </a:solidFill>
                <a:prstDash val="solid"/>
                <a:round/>
                <a:headEnd type="none" w="med" len="med"/>
                <a:tailEnd type="none" w="med" len="med"/>
              </a:ln>
            </p:spPr>
          </p:cxnSp>
          <p:sp>
            <p:nvSpPr>
              <p:cNvPr id="1317" name="Google Shape;1317;p22"/>
              <p:cNvSpPr/>
              <p:nvPr/>
            </p:nvSpPr>
            <p:spPr>
              <a:xfrm>
                <a:off x="258901" y="369758"/>
                <a:ext cx="86700" cy="867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334" name="Google Shape;1334;p22"/>
            <p:cNvGrpSpPr/>
            <p:nvPr/>
          </p:nvGrpSpPr>
          <p:grpSpPr>
            <a:xfrm rot="2030497">
              <a:off x="-2581586" y="1819329"/>
              <a:ext cx="3816850" cy="3612312"/>
              <a:chOff x="-100549" y="47919"/>
              <a:chExt cx="4607849" cy="4360923"/>
            </a:xfrm>
          </p:grpSpPr>
          <p:sp>
            <p:nvSpPr>
              <p:cNvPr id="1335" name="Google Shape;1335;p22"/>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36" name="Google Shape;1336;p22"/>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37" name="Google Shape;1337;p22"/>
              <p:cNvSpPr/>
              <p:nvPr/>
            </p:nvSpPr>
            <p:spPr>
              <a:xfrm rot="10800000">
                <a:off x="1731851" y="997900"/>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38" name="Google Shape;1338;p22"/>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39" name="Google Shape;1339;p22"/>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40" name="Google Shape;1340;p22"/>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41" name="Google Shape;1341;p22"/>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42" name="Google Shape;1342;p22"/>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343" name="Google Shape;1343;p22"/>
              <p:cNvCxnSpPr>
                <a:stCxn id="1339" idx="5"/>
                <a:endCxn id="1338" idx="1"/>
              </p:cNvCxnSpPr>
              <p:nvPr/>
            </p:nvCxnSpPr>
            <p:spPr>
              <a:xfrm rot="8769356">
                <a:off x="2782616" y="2360623"/>
                <a:ext cx="526274" cy="1572747"/>
              </a:xfrm>
              <a:prstGeom prst="straightConnector1">
                <a:avLst/>
              </a:prstGeom>
              <a:noFill/>
              <a:ln w="9525" cap="flat" cmpd="sng">
                <a:solidFill>
                  <a:schemeClr val="dk2"/>
                </a:solidFill>
                <a:prstDash val="solid"/>
                <a:round/>
                <a:headEnd type="none" w="med" len="med"/>
                <a:tailEnd type="none" w="med" len="med"/>
              </a:ln>
            </p:spPr>
          </p:cxnSp>
          <p:cxnSp>
            <p:nvCxnSpPr>
              <p:cNvPr id="1344" name="Google Shape;1344;p22"/>
              <p:cNvCxnSpPr>
                <a:stCxn id="1340" idx="4"/>
                <a:endCxn id="1338" idx="0"/>
              </p:cNvCxnSpPr>
              <p:nvPr/>
            </p:nvCxnSpPr>
            <p:spPr>
              <a:xfrm rot="8769075" flipH="1">
                <a:off x="1988166" y="2768320"/>
                <a:ext cx="691020" cy="1030498"/>
              </a:xfrm>
              <a:prstGeom prst="straightConnector1">
                <a:avLst/>
              </a:prstGeom>
              <a:noFill/>
              <a:ln w="9525" cap="flat" cmpd="sng">
                <a:solidFill>
                  <a:schemeClr val="dk2"/>
                </a:solidFill>
                <a:prstDash val="solid"/>
                <a:round/>
                <a:headEnd type="none" w="med" len="med"/>
                <a:tailEnd type="none" w="med" len="med"/>
              </a:ln>
            </p:spPr>
          </p:cxnSp>
          <p:cxnSp>
            <p:nvCxnSpPr>
              <p:cNvPr id="1345" name="Google Shape;1345;p22"/>
              <p:cNvCxnSpPr>
                <a:stCxn id="1335" idx="6"/>
                <a:endCxn id="1338" idx="2"/>
              </p:cNvCxnSpPr>
              <p:nvPr/>
            </p:nvCxnSpPr>
            <p:spPr>
              <a:xfrm rot="8769491">
                <a:off x="2553455" y="2121214"/>
                <a:ext cx="1382290" cy="926908"/>
              </a:xfrm>
              <a:prstGeom prst="straightConnector1">
                <a:avLst/>
              </a:prstGeom>
              <a:noFill/>
              <a:ln w="9525" cap="flat" cmpd="sng">
                <a:solidFill>
                  <a:schemeClr val="dk2"/>
                </a:solidFill>
                <a:prstDash val="solid"/>
                <a:round/>
                <a:headEnd type="none" w="med" len="med"/>
                <a:tailEnd type="none" w="med" len="med"/>
              </a:ln>
            </p:spPr>
          </p:cxnSp>
          <p:cxnSp>
            <p:nvCxnSpPr>
              <p:cNvPr id="1346" name="Google Shape;1346;p22"/>
              <p:cNvCxnSpPr>
                <a:stCxn id="1335" idx="0"/>
                <a:endCxn id="1339" idx="3"/>
              </p:cNvCxnSpPr>
              <p:nvPr/>
            </p:nvCxnSpPr>
            <p:spPr>
              <a:xfrm rot="-2030280" flipH="1">
                <a:off x="3554311" y="2896576"/>
                <a:ext cx="870078" cy="562385"/>
              </a:xfrm>
              <a:prstGeom prst="straightConnector1">
                <a:avLst/>
              </a:prstGeom>
              <a:noFill/>
              <a:ln w="9525" cap="flat" cmpd="sng">
                <a:solidFill>
                  <a:schemeClr val="dk2"/>
                </a:solidFill>
                <a:prstDash val="solid"/>
                <a:round/>
                <a:headEnd type="none" w="med" len="med"/>
                <a:tailEnd type="none" w="med" len="med"/>
              </a:ln>
            </p:spPr>
          </p:cxnSp>
          <p:cxnSp>
            <p:nvCxnSpPr>
              <p:cNvPr id="1347" name="Google Shape;1347;p22"/>
              <p:cNvCxnSpPr>
                <a:stCxn id="1339" idx="7"/>
                <a:endCxn id="1340" idx="2"/>
              </p:cNvCxnSpPr>
              <p:nvPr/>
            </p:nvCxnSpPr>
            <p:spPr>
              <a:xfrm rot="8769605">
                <a:off x="2452857" y="3602445"/>
                <a:ext cx="1208890" cy="513294"/>
              </a:xfrm>
              <a:prstGeom prst="straightConnector1">
                <a:avLst/>
              </a:prstGeom>
              <a:noFill/>
              <a:ln w="9525" cap="flat" cmpd="sng">
                <a:solidFill>
                  <a:schemeClr val="dk2"/>
                </a:solidFill>
                <a:prstDash val="solid"/>
                <a:round/>
                <a:headEnd type="none" w="med" len="med"/>
                <a:tailEnd type="none" w="med" len="med"/>
              </a:ln>
            </p:spPr>
          </p:cxnSp>
          <p:cxnSp>
            <p:nvCxnSpPr>
              <p:cNvPr id="1348" name="Google Shape;1348;p22"/>
              <p:cNvCxnSpPr>
                <a:stCxn id="1340" idx="6"/>
                <a:endCxn id="1336" idx="1"/>
              </p:cNvCxnSpPr>
              <p:nvPr/>
            </p:nvCxnSpPr>
            <p:spPr>
              <a:xfrm rot="8768875">
                <a:off x="1472857" y="3539834"/>
                <a:ext cx="647338" cy="680869"/>
              </a:xfrm>
              <a:prstGeom prst="straightConnector1">
                <a:avLst/>
              </a:prstGeom>
              <a:noFill/>
              <a:ln w="9525" cap="flat" cmpd="sng">
                <a:solidFill>
                  <a:schemeClr val="dk2"/>
                </a:solidFill>
                <a:prstDash val="solid"/>
                <a:round/>
                <a:headEnd type="none" w="med" len="med"/>
                <a:tailEnd type="none" w="med" len="med"/>
              </a:ln>
            </p:spPr>
          </p:cxnSp>
          <p:cxnSp>
            <p:nvCxnSpPr>
              <p:cNvPr id="1349" name="Google Shape;1349;p22"/>
              <p:cNvCxnSpPr>
                <a:stCxn id="1338" idx="7"/>
                <a:endCxn id="1336" idx="3"/>
              </p:cNvCxnSpPr>
              <p:nvPr/>
            </p:nvCxnSpPr>
            <p:spPr>
              <a:xfrm rot="-2030278" flipH="1">
                <a:off x="1147266" y="2984238"/>
                <a:ext cx="1321550" cy="283231"/>
              </a:xfrm>
              <a:prstGeom prst="straightConnector1">
                <a:avLst/>
              </a:prstGeom>
              <a:noFill/>
              <a:ln w="9525" cap="flat" cmpd="sng">
                <a:solidFill>
                  <a:schemeClr val="dk2"/>
                </a:solidFill>
                <a:prstDash val="solid"/>
                <a:round/>
                <a:headEnd type="none" w="med" len="med"/>
                <a:tailEnd type="none" w="med" len="med"/>
              </a:ln>
            </p:spPr>
          </p:cxnSp>
          <p:cxnSp>
            <p:nvCxnSpPr>
              <p:cNvPr id="1350" name="Google Shape;1350;p22"/>
              <p:cNvCxnSpPr>
                <a:stCxn id="1335" idx="5"/>
                <a:endCxn id="1341" idx="1"/>
              </p:cNvCxnSpPr>
              <p:nvPr/>
            </p:nvCxnSpPr>
            <p:spPr>
              <a:xfrm rot="8769493">
                <a:off x="3591334" y="1412692"/>
                <a:ext cx="188543" cy="1247164"/>
              </a:xfrm>
              <a:prstGeom prst="straightConnector1">
                <a:avLst/>
              </a:prstGeom>
              <a:noFill/>
              <a:ln w="9525" cap="flat" cmpd="sng">
                <a:solidFill>
                  <a:schemeClr val="dk2"/>
                </a:solidFill>
                <a:prstDash val="solid"/>
                <a:round/>
                <a:headEnd type="none" w="med" len="med"/>
                <a:tailEnd type="none" w="med" len="med"/>
              </a:ln>
            </p:spPr>
          </p:cxnSp>
          <p:cxnSp>
            <p:nvCxnSpPr>
              <p:cNvPr id="1351" name="Google Shape;1351;p22"/>
              <p:cNvCxnSpPr>
                <a:stCxn id="1341" idx="7"/>
                <a:endCxn id="1338" idx="3"/>
              </p:cNvCxnSpPr>
              <p:nvPr/>
            </p:nvCxnSpPr>
            <p:spPr>
              <a:xfrm rot="-2030495" flipH="1">
                <a:off x="2186803" y="1863549"/>
                <a:ext cx="1164126" cy="372760"/>
              </a:xfrm>
              <a:prstGeom prst="straightConnector1">
                <a:avLst/>
              </a:prstGeom>
              <a:noFill/>
              <a:ln w="9525" cap="flat" cmpd="sng">
                <a:solidFill>
                  <a:schemeClr val="dk2"/>
                </a:solidFill>
                <a:prstDash val="solid"/>
                <a:round/>
                <a:headEnd type="none" w="med" len="med"/>
                <a:tailEnd type="none" w="med" len="med"/>
              </a:ln>
            </p:spPr>
          </p:cxnSp>
          <p:cxnSp>
            <p:nvCxnSpPr>
              <p:cNvPr id="1352" name="Google Shape;1352;p22"/>
              <p:cNvCxnSpPr>
                <a:stCxn id="1341" idx="5"/>
                <a:endCxn id="1337" idx="2"/>
              </p:cNvCxnSpPr>
              <p:nvPr/>
            </p:nvCxnSpPr>
            <p:spPr>
              <a:xfrm rot="8769821">
                <a:off x="2356510" y="999099"/>
                <a:ext cx="651914" cy="701421"/>
              </a:xfrm>
              <a:prstGeom prst="straightConnector1">
                <a:avLst/>
              </a:prstGeom>
              <a:noFill/>
              <a:ln w="9525" cap="flat" cmpd="sng">
                <a:solidFill>
                  <a:schemeClr val="dk2"/>
                </a:solidFill>
                <a:prstDash val="solid"/>
                <a:round/>
                <a:headEnd type="none" w="med" len="med"/>
                <a:tailEnd type="none" w="med" len="med"/>
              </a:ln>
            </p:spPr>
          </p:cxnSp>
          <p:cxnSp>
            <p:nvCxnSpPr>
              <p:cNvPr id="1353" name="Google Shape;1353;p22"/>
              <p:cNvCxnSpPr>
                <a:stCxn id="1337" idx="0"/>
                <a:endCxn id="1338" idx="5"/>
              </p:cNvCxnSpPr>
              <p:nvPr/>
            </p:nvCxnSpPr>
            <p:spPr>
              <a:xfrm rot="-2029195" flipH="1">
                <a:off x="1960847" y="1486358"/>
                <a:ext cx="330408" cy="1038486"/>
              </a:xfrm>
              <a:prstGeom prst="straightConnector1">
                <a:avLst/>
              </a:prstGeom>
              <a:noFill/>
              <a:ln w="9525" cap="flat" cmpd="sng">
                <a:solidFill>
                  <a:schemeClr val="dk2"/>
                </a:solidFill>
                <a:prstDash val="solid"/>
                <a:round/>
                <a:headEnd type="none" w="med" len="med"/>
                <a:tailEnd type="none" w="med" len="med"/>
              </a:ln>
            </p:spPr>
          </p:cxnSp>
          <p:cxnSp>
            <p:nvCxnSpPr>
              <p:cNvPr id="1354" name="Google Shape;1354;p22"/>
              <p:cNvCxnSpPr>
                <a:stCxn id="1337" idx="7"/>
                <a:endCxn id="1342" idx="3"/>
              </p:cNvCxnSpPr>
              <p:nvPr/>
            </p:nvCxnSpPr>
            <p:spPr>
              <a:xfrm rot="-2030477" flipH="1">
                <a:off x="386634" y="1842270"/>
                <a:ext cx="1576242" cy="95353"/>
              </a:xfrm>
              <a:prstGeom prst="straightConnector1">
                <a:avLst/>
              </a:prstGeom>
              <a:noFill/>
              <a:ln w="9525" cap="flat" cmpd="sng">
                <a:solidFill>
                  <a:schemeClr val="dk2"/>
                </a:solidFill>
                <a:prstDash val="solid"/>
                <a:round/>
                <a:headEnd type="none" w="med" len="med"/>
                <a:tailEnd type="none" w="med" len="med"/>
              </a:ln>
            </p:spPr>
          </p:cxnSp>
          <p:cxnSp>
            <p:nvCxnSpPr>
              <p:cNvPr id="1355" name="Google Shape;1355;p22"/>
              <p:cNvCxnSpPr>
                <a:stCxn id="1338" idx="6"/>
                <a:endCxn id="1342" idx="2"/>
              </p:cNvCxnSpPr>
              <p:nvPr/>
            </p:nvCxnSpPr>
            <p:spPr>
              <a:xfrm rot="8769842">
                <a:off x="755690" y="1953080"/>
                <a:ext cx="1307072" cy="1087577"/>
              </a:xfrm>
              <a:prstGeom prst="straightConnector1">
                <a:avLst/>
              </a:prstGeom>
              <a:noFill/>
              <a:ln w="9525" cap="flat" cmpd="sng">
                <a:solidFill>
                  <a:schemeClr val="dk2"/>
                </a:solidFill>
                <a:prstDash val="solid"/>
                <a:round/>
                <a:headEnd type="none" w="med" len="med"/>
                <a:tailEnd type="none" w="med" len="med"/>
              </a:ln>
            </p:spPr>
          </p:cxnSp>
          <p:cxnSp>
            <p:nvCxnSpPr>
              <p:cNvPr id="1356" name="Google Shape;1356;p22"/>
              <p:cNvCxnSpPr>
                <a:stCxn id="1342" idx="0"/>
                <a:endCxn id="1336" idx="5"/>
              </p:cNvCxnSpPr>
              <p:nvPr/>
            </p:nvCxnSpPr>
            <p:spPr>
              <a:xfrm rot="-2024821" flipH="1">
                <a:off x="797015" y="2378694"/>
                <a:ext cx="83704" cy="1321550"/>
              </a:xfrm>
              <a:prstGeom prst="straightConnector1">
                <a:avLst/>
              </a:prstGeom>
              <a:noFill/>
              <a:ln w="9525" cap="flat" cmpd="sng">
                <a:solidFill>
                  <a:schemeClr val="dk2"/>
                </a:solidFill>
                <a:prstDash val="solid"/>
                <a:round/>
                <a:headEnd type="none" w="med" len="med"/>
                <a:tailEnd type="none" w="med" len="med"/>
              </a:ln>
            </p:spPr>
          </p:cxnSp>
          <p:cxnSp>
            <p:nvCxnSpPr>
              <p:cNvPr id="1357" name="Google Shape;1357;p22"/>
              <p:cNvCxnSpPr>
                <a:stCxn id="1339" idx="4"/>
                <a:endCxn id="1337" idx="1"/>
              </p:cNvCxnSpPr>
              <p:nvPr/>
            </p:nvCxnSpPr>
            <p:spPr>
              <a:xfrm rot="8775347">
                <a:off x="2900285" y="1155017"/>
                <a:ext cx="88031" cy="2737955"/>
              </a:xfrm>
              <a:prstGeom prst="straightConnector1">
                <a:avLst/>
              </a:prstGeom>
              <a:noFill/>
              <a:ln w="9525" cap="flat" cmpd="sng">
                <a:solidFill>
                  <a:schemeClr val="dk2"/>
                </a:solidFill>
                <a:prstDash val="solid"/>
                <a:round/>
                <a:headEnd type="none" w="med" len="med"/>
                <a:tailEnd type="none" w="med" len="med"/>
              </a:ln>
            </p:spPr>
          </p:cxnSp>
          <p:cxnSp>
            <p:nvCxnSpPr>
              <p:cNvPr id="1358" name="Google Shape;1358;p22"/>
              <p:cNvCxnSpPr>
                <a:stCxn id="1336" idx="4"/>
                <a:endCxn id="1337" idx="7"/>
              </p:cNvCxnSpPr>
              <p:nvPr/>
            </p:nvCxnSpPr>
            <p:spPr>
              <a:xfrm rot="8769813" flipH="1">
                <a:off x="698488" y="1747510"/>
                <a:ext cx="1661027" cy="1493868"/>
              </a:xfrm>
              <a:prstGeom prst="straightConnector1">
                <a:avLst/>
              </a:prstGeom>
              <a:noFill/>
              <a:ln w="9525" cap="flat" cmpd="sng">
                <a:solidFill>
                  <a:schemeClr val="dk2"/>
                </a:solidFill>
                <a:prstDash val="solid"/>
                <a:round/>
                <a:headEnd type="none" w="med" len="med"/>
                <a:tailEnd type="none" w="med" len="med"/>
              </a:ln>
            </p:spPr>
          </p:cxnSp>
          <p:cxnSp>
            <p:nvCxnSpPr>
              <p:cNvPr id="1359" name="Google Shape;1359;p22"/>
              <p:cNvCxnSpPr>
                <a:stCxn id="1335" idx="5"/>
                <a:endCxn id="1337" idx="1"/>
              </p:cNvCxnSpPr>
              <p:nvPr/>
            </p:nvCxnSpPr>
            <p:spPr>
              <a:xfrm rot="8769113">
                <a:off x="2615603" y="956497"/>
                <a:ext cx="1025506" cy="2000256"/>
              </a:xfrm>
              <a:prstGeom prst="straightConnector1">
                <a:avLst/>
              </a:prstGeom>
              <a:noFill/>
              <a:ln w="9525" cap="flat" cmpd="sng">
                <a:solidFill>
                  <a:schemeClr val="dk2"/>
                </a:solidFill>
                <a:prstDash val="solid"/>
                <a:round/>
                <a:headEnd type="none" w="med" len="med"/>
                <a:tailEnd type="none" w="med" len="med"/>
              </a:ln>
            </p:spPr>
          </p:cxnSp>
          <p:sp>
            <p:nvSpPr>
              <p:cNvPr id="1360" name="Google Shape;1360;p22"/>
              <p:cNvSpPr/>
              <p:nvPr/>
            </p:nvSpPr>
            <p:spPr>
              <a:xfrm rot="10800000">
                <a:off x="873701" y="691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361" name="Google Shape;1361;p22"/>
              <p:cNvCxnSpPr>
                <a:stCxn id="1342" idx="4"/>
                <a:endCxn id="1360" idx="7"/>
              </p:cNvCxnSpPr>
              <p:nvPr/>
            </p:nvCxnSpPr>
            <p:spPr>
              <a:xfrm rot="8769580" flipH="1">
                <a:off x="114237" y="1064376"/>
                <a:ext cx="1173861" cy="1048886"/>
              </a:xfrm>
              <a:prstGeom prst="straightConnector1">
                <a:avLst/>
              </a:prstGeom>
              <a:noFill/>
              <a:ln w="9525" cap="flat" cmpd="sng">
                <a:solidFill>
                  <a:schemeClr val="dk2"/>
                </a:solidFill>
                <a:prstDash val="solid"/>
                <a:round/>
                <a:headEnd type="none" w="med" len="med"/>
                <a:tailEnd type="none" w="med" len="med"/>
              </a:ln>
            </p:spPr>
          </p:cxnSp>
          <p:cxnSp>
            <p:nvCxnSpPr>
              <p:cNvPr id="1362" name="Google Shape;1362;p22"/>
              <p:cNvCxnSpPr>
                <a:stCxn id="1360" idx="2"/>
                <a:endCxn id="1337" idx="5"/>
              </p:cNvCxnSpPr>
              <p:nvPr/>
            </p:nvCxnSpPr>
            <p:spPr>
              <a:xfrm rot="-2029235">
                <a:off x="1179725" y="581031"/>
                <a:ext cx="474852" cy="677375"/>
              </a:xfrm>
              <a:prstGeom prst="straightConnector1">
                <a:avLst/>
              </a:prstGeom>
              <a:noFill/>
              <a:ln w="9525" cap="flat" cmpd="sng">
                <a:solidFill>
                  <a:schemeClr val="dk2"/>
                </a:solidFill>
                <a:prstDash val="solid"/>
                <a:round/>
                <a:headEnd type="none" w="med" len="med"/>
                <a:tailEnd type="none" w="med" len="med"/>
              </a:ln>
            </p:spPr>
          </p:cxnSp>
          <p:cxnSp>
            <p:nvCxnSpPr>
              <p:cNvPr id="1363" name="Google Shape;1363;p22"/>
              <p:cNvCxnSpPr>
                <a:stCxn id="1360" idx="0"/>
                <a:endCxn id="1336" idx="4"/>
              </p:cNvCxnSpPr>
              <p:nvPr/>
            </p:nvCxnSpPr>
            <p:spPr>
              <a:xfrm rot="-2030204" flipH="1">
                <a:off x="469943" y="996108"/>
                <a:ext cx="1267716" cy="2434421"/>
              </a:xfrm>
              <a:prstGeom prst="straightConnector1">
                <a:avLst/>
              </a:prstGeom>
              <a:noFill/>
              <a:ln w="9525" cap="flat" cmpd="sng">
                <a:solidFill>
                  <a:schemeClr val="dk2"/>
                </a:solidFill>
                <a:prstDash val="solid"/>
                <a:round/>
                <a:headEnd type="none" w="med" len="med"/>
                <a:tailEnd type="none" w="med" len="med"/>
              </a:ln>
            </p:spPr>
          </p:cxnSp>
          <p:cxnSp>
            <p:nvCxnSpPr>
              <p:cNvPr id="1364" name="Google Shape;1364;p22"/>
              <p:cNvCxnSpPr>
                <a:stCxn id="1360" idx="1"/>
                <a:endCxn id="1338" idx="5"/>
              </p:cNvCxnSpPr>
              <p:nvPr/>
            </p:nvCxnSpPr>
            <p:spPr>
              <a:xfrm rot="-2032139">
                <a:off x="1589793" y="616894"/>
                <a:ext cx="106586" cy="2121320"/>
              </a:xfrm>
              <a:prstGeom prst="straightConnector1">
                <a:avLst/>
              </a:prstGeom>
              <a:noFill/>
              <a:ln w="9525" cap="flat" cmpd="sng">
                <a:solidFill>
                  <a:schemeClr val="dk2"/>
                </a:solidFill>
                <a:prstDash val="solid"/>
                <a:round/>
                <a:headEnd type="none" w="med" len="med"/>
                <a:tailEnd type="none" w="med" len="med"/>
              </a:ln>
            </p:spPr>
          </p:cxnSp>
          <p:sp>
            <p:nvSpPr>
              <p:cNvPr id="1365" name="Google Shape;1365;p22"/>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366" name="Google Shape;1366;p22"/>
              <p:cNvCxnSpPr>
                <a:stCxn id="1360" idx="2"/>
                <a:endCxn id="1365" idx="6"/>
              </p:cNvCxnSpPr>
              <p:nvPr/>
            </p:nvCxnSpPr>
            <p:spPr>
              <a:xfrm rot="-2030441">
                <a:off x="1040224" y="373064"/>
                <a:ext cx="1297753" cy="427010"/>
              </a:xfrm>
              <a:prstGeom prst="straightConnector1">
                <a:avLst/>
              </a:prstGeom>
              <a:noFill/>
              <a:ln w="9525" cap="flat" cmpd="sng">
                <a:solidFill>
                  <a:schemeClr val="dk2"/>
                </a:solidFill>
                <a:prstDash val="solid"/>
                <a:round/>
                <a:headEnd type="none" w="med" len="med"/>
                <a:tailEnd type="none" w="med" len="med"/>
              </a:ln>
            </p:spPr>
          </p:cxnSp>
          <p:cxnSp>
            <p:nvCxnSpPr>
              <p:cNvPr id="1367" name="Google Shape;1367;p22"/>
              <p:cNvCxnSpPr>
                <a:stCxn id="1365" idx="1"/>
                <a:endCxn id="1341" idx="5"/>
              </p:cNvCxnSpPr>
              <p:nvPr/>
            </p:nvCxnSpPr>
            <p:spPr>
              <a:xfrm rot="-2034703" flipH="1">
                <a:off x="2826258" y="400719"/>
                <a:ext cx="43017" cy="1143823"/>
              </a:xfrm>
              <a:prstGeom prst="straightConnector1">
                <a:avLst/>
              </a:prstGeom>
              <a:noFill/>
              <a:ln w="9525" cap="flat" cmpd="sng">
                <a:solidFill>
                  <a:schemeClr val="dk2"/>
                </a:solidFill>
                <a:prstDash val="solid"/>
                <a:round/>
                <a:headEnd type="none" w="med" len="med"/>
                <a:tailEnd type="none" w="med" len="med"/>
              </a:ln>
            </p:spPr>
          </p:cxn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368"/>
        <p:cNvGrpSpPr/>
        <p:nvPr/>
      </p:nvGrpSpPr>
      <p:grpSpPr>
        <a:xfrm>
          <a:off x="0" y="0"/>
          <a:ext cx="0" cy="0"/>
          <a:chOff x="0" y="0"/>
          <a:chExt cx="0" cy="0"/>
        </a:xfrm>
      </p:grpSpPr>
      <p:grpSp>
        <p:nvGrpSpPr>
          <p:cNvPr id="1369" name="Google Shape;1369;p23"/>
          <p:cNvGrpSpPr/>
          <p:nvPr/>
        </p:nvGrpSpPr>
        <p:grpSpPr>
          <a:xfrm>
            <a:off x="190301" y="174004"/>
            <a:ext cx="8808974" cy="4007621"/>
            <a:chOff x="190301" y="174004"/>
            <a:chExt cx="8808974" cy="4007621"/>
          </a:xfrm>
        </p:grpSpPr>
        <p:grpSp>
          <p:nvGrpSpPr>
            <p:cNvPr id="1370" name="Google Shape;1370;p23"/>
            <p:cNvGrpSpPr/>
            <p:nvPr/>
          </p:nvGrpSpPr>
          <p:grpSpPr>
            <a:xfrm rot="10800000">
              <a:off x="190301" y="3858950"/>
              <a:ext cx="298275" cy="322675"/>
              <a:chOff x="8667225" y="681525"/>
              <a:chExt cx="298275" cy="322675"/>
            </a:xfrm>
          </p:grpSpPr>
          <p:sp>
            <p:nvSpPr>
              <p:cNvPr id="1371" name="Google Shape;1371;p23"/>
              <p:cNvSpPr/>
              <p:nvPr/>
            </p:nvSpPr>
            <p:spPr>
              <a:xfrm rot="10800000">
                <a:off x="8667225" y="82162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72" name="Google Shape;1372;p23"/>
              <p:cNvSpPr/>
              <p:nvPr/>
            </p:nvSpPr>
            <p:spPr>
              <a:xfrm rot="10800000">
                <a:off x="8825400" y="681525"/>
                <a:ext cx="140100" cy="14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73" name="Google Shape;1373;p23"/>
              <p:cNvSpPr/>
              <p:nvPr/>
            </p:nvSpPr>
            <p:spPr>
              <a:xfrm rot="10800000">
                <a:off x="8869800" y="95290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374" name="Google Shape;1374;p23"/>
            <p:cNvGrpSpPr/>
            <p:nvPr/>
          </p:nvGrpSpPr>
          <p:grpSpPr>
            <a:xfrm rot="-5139163">
              <a:off x="8591694" y="201328"/>
              <a:ext cx="406266" cy="379191"/>
              <a:chOff x="140150" y="4657175"/>
              <a:chExt cx="406275" cy="379200"/>
            </a:xfrm>
          </p:grpSpPr>
          <p:sp>
            <p:nvSpPr>
              <p:cNvPr id="1375" name="Google Shape;1375;p23"/>
              <p:cNvSpPr/>
              <p:nvPr/>
            </p:nvSpPr>
            <p:spPr>
              <a:xfrm rot="10800000">
                <a:off x="140150" y="494967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76" name="Google Shape;1376;p23"/>
              <p:cNvSpPr/>
              <p:nvPr/>
            </p:nvSpPr>
            <p:spPr>
              <a:xfrm rot="10800000">
                <a:off x="298325" y="4657175"/>
                <a:ext cx="140100" cy="140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77" name="Google Shape;1377;p23"/>
              <p:cNvSpPr/>
              <p:nvPr/>
            </p:nvSpPr>
            <p:spPr>
              <a:xfrm rot="10800000">
                <a:off x="495125" y="485235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78" name="Google Shape;1378;p23"/>
              <p:cNvSpPr/>
              <p:nvPr/>
            </p:nvSpPr>
            <p:spPr>
              <a:xfrm rot="10800000">
                <a:off x="165050" y="4657175"/>
                <a:ext cx="51300" cy="51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grpSp>
        <p:nvGrpSpPr>
          <p:cNvPr id="1379" name="Google Shape;1379;p23"/>
          <p:cNvGrpSpPr/>
          <p:nvPr/>
        </p:nvGrpSpPr>
        <p:grpSpPr>
          <a:xfrm>
            <a:off x="115024" y="-2374836"/>
            <a:ext cx="8971639" cy="9886184"/>
            <a:chOff x="115024" y="-2374836"/>
            <a:chExt cx="8971639" cy="9886184"/>
          </a:xfrm>
        </p:grpSpPr>
        <p:grpSp>
          <p:nvGrpSpPr>
            <p:cNvPr id="1380" name="Google Shape;1380;p23"/>
            <p:cNvGrpSpPr/>
            <p:nvPr/>
          </p:nvGrpSpPr>
          <p:grpSpPr>
            <a:xfrm flipH="1">
              <a:off x="115024" y="-2374836"/>
              <a:ext cx="3687215" cy="3485542"/>
              <a:chOff x="5337386" y="-2374836"/>
              <a:chExt cx="3687215" cy="3485542"/>
            </a:xfrm>
          </p:grpSpPr>
          <p:sp>
            <p:nvSpPr>
              <p:cNvPr id="1381" name="Google Shape;1381;p23"/>
              <p:cNvSpPr/>
              <p:nvPr/>
            </p:nvSpPr>
            <p:spPr>
              <a:xfrm rot="9698973">
                <a:off x="8256504" y="-2357857"/>
                <a:ext cx="128642" cy="128642"/>
              </a:xfrm>
              <a:prstGeom prst="ellipse">
                <a:avLst/>
              </a:prstGeom>
              <a:solidFill>
                <a:srgbClr val="FFD96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82" name="Google Shape;1382;p23"/>
              <p:cNvSpPr/>
              <p:nvPr/>
            </p:nvSpPr>
            <p:spPr>
              <a:xfrm rot="9699868">
                <a:off x="6325487" y="-94127"/>
                <a:ext cx="164028" cy="164028"/>
              </a:xfrm>
              <a:prstGeom prst="ellipse">
                <a:avLst/>
              </a:prstGeom>
              <a:solidFill>
                <a:srgbClr val="FFD96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83" name="Google Shape;1383;p23"/>
              <p:cNvSpPr/>
              <p:nvPr/>
            </p:nvSpPr>
            <p:spPr>
              <a:xfrm rot="9695130">
                <a:off x="7230532" y="-1291785"/>
                <a:ext cx="265916" cy="265916"/>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84" name="Google Shape;1384;p23"/>
              <p:cNvSpPr/>
              <p:nvPr/>
            </p:nvSpPr>
            <p:spPr>
              <a:xfrm rot="9708981">
                <a:off x="8013809" y="-151576"/>
                <a:ext cx="86521" cy="86521"/>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85" name="Google Shape;1385;p23"/>
              <p:cNvSpPr/>
              <p:nvPr/>
            </p:nvSpPr>
            <p:spPr>
              <a:xfrm rot="9699377">
                <a:off x="8889724" y="131264"/>
                <a:ext cx="119155" cy="119155"/>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86" name="Google Shape;1386;p23"/>
              <p:cNvSpPr/>
              <p:nvPr/>
            </p:nvSpPr>
            <p:spPr>
              <a:xfrm rot="-9307649">
                <a:off x="7169475" y="191656"/>
                <a:ext cx="86305" cy="86305"/>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87" name="Google Shape;1387;p23"/>
              <p:cNvSpPr/>
              <p:nvPr/>
            </p:nvSpPr>
            <p:spPr>
              <a:xfrm rot="9708981">
                <a:off x="7609568" y="-1824766"/>
                <a:ext cx="86521" cy="86521"/>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88" name="Google Shape;1388;p23"/>
              <p:cNvSpPr/>
              <p:nvPr/>
            </p:nvSpPr>
            <p:spPr>
              <a:xfrm rot="9698900">
                <a:off x="5354617" y="277974"/>
                <a:ext cx="130539" cy="130539"/>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389" name="Google Shape;1389;p23"/>
              <p:cNvCxnSpPr>
                <a:stCxn id="1385" idx="5"/>
                <a:endCxn id="1384" idx="1"/>
              </p:cNvCxnSpPr>
              <p:nvPr/>
            </p:nvCxnSpPr>
            <p:spPr>
              <a:xfrm rot="10800000">
                <a:off x="8095656" y="-88788"/>
                <a:ext cx="800400" cy="252900"/>
              </a:xfrm>
              <a:prstGeom prst="straightConnector1">
                <a:avLst/>
              </a:prstGeom>
              <a:noFill/>
              <a:ln w="9525" cap="flat" cmpd="sng">
                <a:solidFill>
                  <a:schemeClr val="dk2"/>
                </a:solidFill>
                <a:prstDash val="solid"/>
                <a:round/>
                <a:headEnd type="none" w="med" len="med"/>
                <a:tailEnd type="none" w="med" len="med"/>
              </a:ln>
            </p:spPr>
          </p:cxnSp>
          <p:cxnSp>
            <p:nvCxnSpPr>
              <p:cNvPr id="1390" name="Google Shape;1390;p23"/>
              <p:cNvCxnSpPr>
                <a:stCxn id="1386" idx="4"/>
                <a:endCxn id="1384" idx="6"/>
              </p:cNvCxnSpPr>
              <p:nvPr/>
            </p:nvCxnSpPr>
            <p:spPr>
              <a:xfrm rot="10800000" flipH="1">
                <a:off x="7230777" y="-94742"/>
                <a:ext cx="785100" cy="290400"/>
              </a:xfrm>
              <a:prstGeom prst="straightConnector1">
                <a:avLst/>
              </a:prstGeom>
              <a:noFill/>
              <a:ln w="9525" cap="flat" cmpd="sng">
                <a:solidFill>
                  <a:schemeClr val="dk2"/>
                </a:solidFill>
                <a:prstDash val="solid"/>
                <a:round/>
                <a:headEnd type="none" w="med" len="med"/>
                <a:tailEnd type="none" w="med" len="med"/>
              </a:ln>
            </p:spPr>
          </p:cxnSp>
          <p:cxnSp>
            <p:nvCxnSpPr>
              <p:cNvPr id="1391" name="Google Shape;1391;p23"/>
              <p:cNvCxnSpPr>
                <a:stCxn id="1381" idx="0"/>
                <a:endCxn id="1385" idx="4"/>
              </p:cNvCxnSpPr>
              <p:nvPr/>
            </p:nvCxnSpPr>
            <p:spPr>
              <a:xfrm>
                <a:off x="8341075" y="-2232486"/>
                <a:ext cx="589500" cy="2366700"/>
              </a:xfrm>
              <a:prstGeom prst="straightConnector1">
                <a:avLst/>
              </a:prstGeom>
              <a:noFill/>
              <a:ln w="9525" cap="flat" cmpd="sng">
                <a:solidFill>
                  <a:schemeClr val="dk2"/>
                </a:solidFill>
                <a:prstDash val="solid"/>
                <a:round/>
                <a:headEnd type="none" w="med" len="med"/>
                <a:tailEnd type="none" w="med" len="med"/>
              </a:ln>
            </p:spPr>
          </p:cxnSp>
          <p:cxnSp>
            <p:nvCxnSpPr>
              <p:cNvPr id="1392" name="Google Shape;1392;p23"/>
              <p:cNvCxnSpPr>
                <a:stCxn id="1385" idx="6"/>
                <a:endCxn id="1386" idx="2"/>
              </p:cNvCxnSpPr>
              <p:nvPr/>
            </p:nvCxnSpPr>
            <p:spPr>
              <a:xfrm flipH="1">
                <a:off x="7251752" y="209591"/>
                <a:ext cx="1641000" cy="43500"/>
              </a:xfrm>
              <a:prstGeom prst="straightConnector1">
                <a:avLst/>
              </a:prstGeom>
              <a:noFill/>
              <a:ln w="9525" cap="flat" cmpd="sng">
                <a:solidFill>
                  <a:schemeClr val="dk2"/>
                </a:solidFill>
                <a:prstDash val="solid"/>
                <a:round/>
                <a:headEnd type="none" w="med" len="med"/>
                <a:tailEnd type="none" w="med" len="med"/>
              </a:ln>
            </p:spPr>
          </p:cxnSp>
          <p:cxnSp>
            <p:nvCxnSpPr>
              <p:cNvPr id="1393" name="Google Shape;1393;p23"/>
              <p:cNvCxnSpPr>
                <a:stCxn id="1386" idx="6"/>
                <a:endCxn id="1382" idx="1"/>
              </p:cNvCxnSpPr>
              <p:nvPr/>
            </p:nvCxnSpPr>
            <p:spPr>
              <a:xfrm rot="10800000">
                <a:off x="6480777" y="24658"/>
                <a:ext cx="692700" cy="192000"/>
              </a:xfrm>
              <a:prstGeom prst="straightConnector1">
                <a:avLst/>
              </a:prstGeom>
              <a:noFill/>
              <a:ln w="9525" cap="flat" cmpd="sng">
                <a:solidFill>
                  <a:schemeClr val="dk2"/>
                </a:solidFill>
                <a:prstDash val="solid"/>
                <a:round/>
                <a:headEnd type="none" w="med" len="med"/>
                <a:tailEnd type="none" w="med" len="med"/>
              </a:ln>
            </p:spPr>
          </p:cxnSp>
          <p:cxnSp>
            <p:nvCxnSpPr>
              <p:cNvPr id="1394" name="Google Shape;1394;p23"/>
              <p:cNvCxnSpPr>
                <a:stCxn id="1384" idx="6"/>
                <a:endCxn id="1382" idx="1"/>
              </p:cNvCxnSpPr>
              <p:nvPr/>
            </p:nvCxnSpPr>
            <p:spPr>
              <a:xfrm flipH="1">
                <a:off x="6480870" y="-94816"/>
                <a:ext cx="1535100" cy="119400"/>
              </a:xfrm>
              <a:prstGeom prst="straightConnector1">
                <a:avLst/>
              </a:prstGeom>
              <a:noFill/>
              <a:ln w="9525" cap="flat" cmpd="sng">
                <a:solidFill>
                  <a:schemeClr val="dk2"/>
                </a:solidFill>
                <a:prstDash val="solid"/>
                <a:round/>
                <a:headEnd type="none" w="med" len="med"/>
                <a:tailEnd type="none" w="med" len="med"/>
              </a:ln>
            </p:spPr>
          </p:cxnSp>
          <p:cxnSp>
            <p:nvCxnSpPr>
              <p:cNvPr id="1395" name="Google Shape;1395;p23"/>
              <p:cNvCxnSpPr>
                <a:stCxn id="1381" idx="6"/>
                <a:endCxn id="1387" idx="3"/>
              </p:cNvCxnSpPr>
              <p:nvPr/>
            </p:nvCxnSpPr>
            <p:spPr>
              <a:xfrm flipH="1">
                <a:off x="7672375" y="-2273286"/>
                <a:ext cx="587400" cy="453300"/>
              </a:xfrm>
              <a:prstGeom prst="straightConnector1">
                <a:avLst/>
              </a:prstGeom>
              <a:noFill/>
              <a:ln w="9525" cap="flat" cmpd="sng">
                <a:solidFill>
                  <a:schemeClr val="dk2"/>
                </a:solidFill>
                <a:prstDash val="solid"/>
                <a:round/>
                <a:headEnd type="none" w="med" len="med"/>
                <a:tailEnd type="none" w="med" len="med"/>
              </a:ln>
            </p:spPr>
          </p:cxnSp>
          <p:cxnSp>
            <p:nvCxnSpPr>
              <p:cNvPr id="1396" name="Google Shape;1396;p23"/>
              <p:cNvCxnSpPr>
                <a:stCxn id="1381" idx="7"/>
                <a:endCxn id="1384" idx="4"/>
              </p:cNvCxnSpPr>
              <p:nvPr/>
            </p:nvCxnSpPr>
            <p:spPr>
              <a:xfrm flipH="1">
                <a:off x="8043575" y="-2236048"/>
                <a:ext cx="248400" cy="2086500"/>
              </a:xfrm>
              <a:prstGeom prst="straightConnector1">
                <a:avLst/>
              </a:prstGeom>
              <a:noFill/>
              <a:ln w="9525" cap="flat" cmpd="sng">
                <a:solidFill>
                  <a:schemeClr val="dk2"/>
                </a:solidFill>
                <a:prstDash val="solid"/>
                <a:round/>
                <a:headEnd type="none" w="med" len="med"/>
                <a:tailEnd type="none" w="med" len="med"/>
              </a:ln>
            </p:spPr>
          </p:cxnSp>
          <p:cxnSp>
            <p:nvCxnSpPr>
              <p:cNvPr id="1397" name="Google Shape;1397;p23"/>
              <p:cNvCxnSpPr>
                <a:stCxn id="1387" idx="7"/>
                <a:endCxn id="1383" idx="3"/>
              </p:cNvCxnSpPr>
              <p:nvPr/>
            </p:nvCxnSpPr>
            <p:spPr>
              <a:xfrm flipH="1">
                <a:off x="7423012" y="-1742897"/>
                <a:ext cx="210300" cy="465300"/>
              </a:xfrm>
              <a:prstGeom prst="straightConnector1">
                <a:avLst/>
              </a:prstGeom>
              <a:noFill/>
              <a:ln w="9525" cap="flat" cmpd="sng">
                <a:solidFill>
                  <a:schemeClr val="dk2"/>
                </a:solidFill>
                <a:prstDash val="solid"/>
                <a:round/>
                <a:headEnd type="none" w="med" len="med"/>
                <a:tailEnd type="none" w="med" len="med"/>
              </a:ln>
            </p:spPr>
          </p:cxnSp>
          <p:cxnSp>
            <p:nvCxnSpPr>
              <p:cNvPr id="1398" name="Google Shape;1398;p23"/>
              <p:cNvCxnSpPr>
                <a:stCxn id="1383" idx="0"/>
                <a:endCxn id="1384" idx="4"/>
              </p:cNvCxnSpPr>
              <p:nvPr/>
            </p:nvCxnSpPr>
            <p:spPr>
              <a:xfrm>
                <a:off x="7405490" y="-1032677"/>
                <a:ext cx="638100" cy="883200"/>
              </a:xfrm>
              <a:prstGeom prst="straightConnector1">
                <a:avLst/>
              </a:prstGeom>
              <a:noFill/>
              <a:ln w="9525" cap="flat" cmpd="sng">
                <a:solidFill>
                  <a:schemeClr val="dk2"/>
                </a:solidFill>
                <a:prstDash val="solid"/>
                <a:round/>
                <a:headEnd type="none" w="med" len="med"/>
                <a:tailEnd type="none" w="med" len="med"/>
              </a:ln>
            </p:spPr>
          </p:cxnSp>
          <p:cxnSp>
            <p:nvCxnSpPr>
              <p:cNvPr id="1399" name="Google Shape;1399;p23"/>
              <p:cNvCxnSpPr>
                <a:stCxn id="1388" idx="2"/>
                <a:endCxn id="1382" idx="6"/>
              </p:cNvCxnSpPr>
              <p:nvPr/>
            </p:nvCxnSpPr>
            <p:spPr>
              <a:xfrm rot="10800000" flipH="1">
                <a:off x="5481836" y="13694"/>
                <a:ext cx="847800" cy="309000"/>
              </a:xfrm>
              <a:prstGeom prst="straightConnector1">
                <a:avLst/>
              </a:prstGeom>
              <a:noFill/>
              <a:ln w="9525" cap="flat" cmpd="sng">
                <a:solidFill>
                  <a:schemeClr val="dk2"/>
                </a:solidFill>
                <a:prstDash val="solid"/>
                <a:round/>
                <a:headEnd type="none" w="med" len="med"/>
                <a:tailEnd type="none" w="med" len="med"/>
              </a:ln>
            </p:spPr>
          </p:cxnSp>
          <p:cxnSp>
            <p:nvCxnSpPr>
              <p:cNvPr id="1400" name="Google Shape;1400;p23"/>
              <p:cNvCxnSpPr>
                <a:stCxn id="1386" idx="7"/>
                <a:endCxn id="1388" idx="1"/>
              </p:cNvCxnSpPr>
              <p:nvPr/>
            </p:nvCxnSpPr>
            <p:spPr>
              <a:xfrm flipH="1">
                <a:off x="5478310" y="249658"/>
                <a:ext cx="1693800" cy="123000"/>
              </a:xfrm>
              <a:prstGeom prst="straightConnector1">
                <a:avLst/>
              </a:prstGeom>
              <a:noFill/>
              <a:ln w="9525" cap="flat" cmpd="sng">
                <a:solidFill>
                  <a:schemeClr val="dk2"/>
                </a:solidFill>
                <a:prstDash val="solid"/>
                <a:round/>
                <a:headEnd type="none" w="med" len="med"/>
                <a:tailEnd type="none" w="med" len="med"/>
              </a:ln>
            </p:spPr>
          </p:cxnSp>
          <p:sp>
            <p:nvSpPr>
              <p:cNvPr id="1401" name="Google Shape;1401;p23"/>
              <p:cNvSpPr/>
              <p:nvPr/>
            </p:nvSpPr>
            <p:spPr>
              <a:xfrm rot="9708981">
                <a:off x="6280042" y="-655695"/>
                <a:ext cx="86521" cy="86521"/>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02" name="Google Shape;1402;p23"/>
              <p:cNvCxnSpPr>
                <a:stCxn id="1388" idx="3"/>
                <a:endCxn id="1401" idx="6"/>
              </p:cNvCxnSpPr>
              <p:nvPr/>
            </p:nvCxnSpPr>
            <p:spPr>
              <a:xfrm rot="10800000" flipH="1">
                <a:off x="5449161" y="-598892"/>
                <a:ext cx="833100" cy="883800"/>
              </a:xfrm>
              <a:prstGeom prst="straightConnector1">
                <a:avLst/>
              </a:prstGeom>
              <a:noFill/>
              <a:ln w="9525" cap="flat" cmpd="sng">
                <a:solidFill>
                  <a:schemeClr val="dk2"/>
                </a:solidFill>
                <a:prstDash val="solid"/>
                <a:round/>
                <a:headEnd type="none" w="med" len="med"/>
                <a:tailEnd type="none" w="med" len="med"/>
              </a:ln>
            </p:spPr>
          </p:cxnSp>
          <p:cxnSp>
            <p:nvCxnSpPr>
              <p:cNvPr id="1403" name="Google Shape;1403;p23"/>
              <p:cNvCxnSpPr>
                <a:stCxn id="1401" idx="2"/>
                <a:endCxn id="1383" idx="6"/>
              </p:cNvCxnSpPr>
              <p:nvPr/>
            </p:nvCxnSpPr>
            <p:spPr>
              <a:xfrm rot="10800000" flipH="1">
                <a:off x="6364402" y="-1116735"/>
                <a:ext cx="873000" cy="490800"/>
              </a:xfrm>
              <a:prstGeom prst="straightConnector1">
                <a:avLst/>
              </a:prstGeom>
              <a:noFill/>
              <a:ln w="9525" cap="flat" cmpd="sng">
                <a:solidFill>
                  <a:schemeClr val="dk2"/>
                </a:solidFill>
                <a:prstDash val="solid"/>
                <a:round/>
                <a:headEnd type="none" w="med" len="med"/>
                <a:tailEnd type="none" w="med" len="med"/>
              </a:ln>
            </p:spPr>
          </p:cxnSp>
          <p:cxnSp>
            <p:nvCxnSpPr>
              <p:cNvPr id="1404" name="Google Shape;1404;p23"/>
              <p:cNvCxnSpPr>
                <a:stCxn id="1401" idx="0"/>
                <a:endCxn id="1382" idx="4"/>
              </p:cNvCxnSpPr>
              <p:nvPr/>
            </p:nvCxnSpPr>
            <p:spPr>
              <a:xfrm>
                <a:off x="6336802" y="-571335"/>
                <a:ext cx="45000" cy="481500"/>
              </a:xfrm>
              <a:prstGeom prst="straightConnector1">
                <a:avLst/>
              </a:prstGeom>
              <a:noFill/>
              <a:ln w="9525" cap="flat" cmpd="sng">
                <a:solidFill>
                  <a:schemeClr val="dk2"/>
                </a:solidFill>
                <a:prstDash val="solid"/>
                <a:round/>
                <a:headEnd type="none" w="med" len="med"/>
                <a:tailEnd type="none" w="med" len="med"/>
              </a:ln>
            </p:spPr>
          </p:cxnSp>
          <p:cxnSp>
            <p:nvCxnSpPr>
              <p:cNvPr id="1405" name="Google Shape;1405;p23"/>
              <p:cNvCxnSpPr>
                <a:stCxn id="1401" idx="1"/>
                <a:endCxn id="1384" idx="5"/>
              </p:cNvCxnSpPr>
              <p:nvPr/>
            </p:nvCxnSpPr>
            <p:spPr>
              <a:xfrm>
                <a:off x="6361911" y="-592919"/>
                <a:ext cx="1656600" cy="465000"/>
              </a:xfrm>
              <a:prstGeom prst="straightConnector1">
                <a:avLst/>
              </a:prstGeom>
              <a:noFill/>
              <a:ln w="9525" cap="flat" cmpd="sng">
                <a:solidFill>
                  <a:schemeClr val="dk2"/>
                </a:solidFill>
                <a:prstDash val="solid"/>
                <a:round/>
                <a:headEnd type="none" w="med" len="med"/>
                <a:tailEnd type="none" w="med" len="med"/>
              </a:ln>
            </p:spPr>
          </p:cxnSp>
          <p:sp>
            <p:nvSpPr>
              <p:cNvPr id="1406" name="Google Shape;1406;p23"/>
              <p:cNvSpPr/>
              <p:nvPr/>
            </p:nvSpPr>
            <p:spPr>
              <a:xfrm rot="9698973">
                <a:off x="7912582" y="-1816833"/>
                <a:ext cx="128642" cy="128642"/>
              </a:xfrm>
              <a:prstGeom prst="ellipse">
                <a:avLst/>
              </a:prstGeom>
              <a:solidFill>
                <a:srgbClr val="86CF6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07" name="Google Shape;1407;p23"/>
              <p:cNvCxnSpPr>
                <a:stCxn id="1383" idx="2"/>
                <a:endCxn id="1406" idx="7"/>
              </p:cNvCxnSpPr>
              <p:nvPr/>
            </p:nvCxnSpPr>
            <p:spPr>
              <a:xfrm rot="10800000" flipH="1">
                <a:off x="7489640" y="-1694927"/>
                <a:ext cx="458400" cy="494100"/>
              </a:xfrm>
              <a:prstGeom prst="straightConnector1">
                <a:avLst/>
              </a:prstGeom>
              <a:noFill/>
              <a:ln w="9525" cap="flat" cmpd="sng">
                <a:solidFill>
                  <a:schemeClr val="dk2"/>
                </a:solidFill>
                <a:prstDash val="solid"/>
                <a:round/>
                <a:headEnd type="none" w="med" len="med"/>
                <a:tailEnd type="none" w="med" len="med"/>
              </a:ln>
            </p:spPr>
          </p:cxnSp>
          <p:cxnSp>
            <p:nvCxnSpPr>
              <p:cNvPr id="1408" name="Google Shape;1408;p23"/>
              <p:cNvCxnSpPr>
                <a:stCxn id="1406" idx="3"/>
                <a:endCxn id="1381" idx="7"/>
              </p:cNvCxnSpPr>
              <p:nvPr/>
            </p:nvCxnSpPr>
            <p:spPr>
              <a:xfrm rot="10800000" flipH="1">
                <a:off x="8005753" y="-2236000"/>
                <a:ext cx="286200" cy="426000"/>
              </a:xfrm>
              <a:prstGeom prst="straightConnector1">
                <a:avLst/>
              </a:prstGeom>
              <a:noFill/>
              <a:ln w="9525" cap="flat" cmpd="sng">
                <a:solidFill>
                  <a:schemeClr val="dk2"/>
                </a:solidFill>
                <a:prstDash val="solid"/>
                <a:round/>
                <a:headEnd type="none" w="med" len="med"/>
                <a:tailEnd type="none" w="med" len="med"/>
              </a:ln>
            </p:spPr>
          </p:cxnSp>
          <p:cxnSp>
            <p:nvCxnSpPr>
              <p:cNvPr id="1409" name="Google Shape;1409;p23"/>
              <p:cNvCxnSpPr>
                <a:stCxn id="1384" idx="4"/>
                <a:endCxn id="1406" idx="0"/>
              </p:cNvCxnSpPr>
              <p:nvPr/>
            </p:nvCxnSpPr>
            <p:spPr>
              <a:xfrm rot="10800000">
                <a:off x="7997070" y="-1691416"/>
                <a:ext cx="46500" cy="1542000"/>
              </a:xfrm>
              <a:prstGeom prst="straightConnector1">
                <a:avLst/>
              </a:prstGeom>
              <a:noFill/>
              <a:ln w="9525" cap="flat" cmpd="sng">
                <a:solidFill>
                  <a:schemeClr val="dk2"/>
                </a:solidFill>
                <a:prstDash val="solid"/>
                <a:round/>
                <a:headEnd type="none" w="med" len="med"/>
                <a:tailEnd type="none" w="med" len="med"/>
              </a:ln>
            </p:spPr>
          </p:cxnSp>
          <p:sp>
            <p:nvSpPr>
              <p:cNvPr id="1410" name="Google Shape;1410;p23"/>
              <p:cNvSpPr/>
              <p:nvPr/>
            </p:nvSpPr>
            <p:spPr>
              <a:xfrm rot="9700738">
                <a:off x="8739027" y="840659"/>
                <a:ext cx="238594" cy="238594"/>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11" name="Google Shape;1411;p23"/>
              <p:cNvCxnSpPr>
                <a:stCxn id="1384" idx="0"/>
                <a:endCxn id="1410" idx="4"/>
              </p:cNvCxnSpPr>
              <p:nvPr/>
            </p:nvCxnSpPr>
            <p:spPr>
              <a:xfrm>
                <a:off x="8070570" y="-67216"/>
                <a:ext cx="750300" cy="913800"/>
              </a:xfrm>
              <a:prstGeom prst="straightConnector1">
                <a:avLst/>
              </a:prstGeom>
              <a:noFill/>
              <a:ln w="9525" cap="flat" cmpd="sng">
                <a:solidFill>
                  <a:schemeClr val="dk2"/>
                </a:solidFill>
                <a:prstDash val="solid"/>
                <a:round/>
                <a:headEnd type="none" w="med" len="med"/>
                <a:tailEnd type="none" w="med" len="med"/>
              </a:ln>
            </p:spPr>
          </p:cxnSp>
          <p:cxnSp>
            <p:nvCxnSpPr>
              <p:cNvPr id="1412" name="Google Shape;1412;p23"/>
              <p:cNvCxnSpPr>
                <a:stCxn id="1385" idx="7"/>
                <a:endCxn id="1410" idx="3"/>
              </p:cNvCxnSpPr>
              <p:nvPr/>
            </p:nvCxnSpPr>
            <p:spPr>
              <a:xfrm flipH="1">
                <a:off x="8911773" y="244086"/>
                <a:ext cx="10800" cy="609300"/>
              </a:xfrm>
              <a:prstGeom prst="straightConnector1">
                <a:avLst/>
              </a:prstGeom>
              <a:noFill/>
              <a:ln w="9525" cap="flat" cmpd="sng">
                <a:solidFill>
                  <a:schemeClr val="dk2"/>
                </a:solidFill>
                <a:prstDash val="solid"/>
                <a:round/>
                <a:headEnd type="none" w="med" len="med"/>
                <a:tailEnd type="none" w="med" len="med"/>
              </a:ln>
            </p:spPr>
          </p:cxnSp>
        </p:grpSp>
        <p:grpSp>
          <p:nvGrpSpPr>
            <p:cNvPr id="1413" name="Google Shape;1413;p23"/>
            <p:cNvGrpSpPr/>
            <p:nvPr/>
          </p:nvGrpSpPr>
          <p:grpSpPr>
            <a:xfrm>
              <a:off x="4731484" y="3997585"/>
              <a:ext cx="4355179" cy="3513764"/>
              <a:chOff x="720009" y="3852908"/>
              <a:chExt cx="4355179" cy="3513764"/>
            </a:xfrm>
          </p:grpSpPr>
          <p:sp>
            <p:nvSpPr>
              <p:cNvPr id="1414" name="Google Shape;1414;p23"/>
              <p:cNvSpPr/>
              <p:nvPr/>
            </p:nvSpPr>
            <p:spPr>
              <a:xfrm rot="8759498">
                <a:off x="4842687" y="3890706"/>
                <a:ext cx="194703" cy="194703"/>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15" name="Google Shape;1415;p23"/>
              <p:cNvSpPr/>
              <p:nvPr/>
            </p:nvSpPr>
            <p:spPr>
              <a:xfrm rot="8759498">
                <a:off x="2275964" y="6863806"/>
                <a:ext cx="194703" cy="194703"/>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16" name="Google Shape;1416;p23"/>
              <p:cNvSpPr/>
              <p:nvPr/>
            </p:nvSpPr>
            <p:spPr>
              <a:xfrm rot="8760064">
                <a:off x="1605200" y="4894668"/>
                <a:ext cx="401304" cy="401304"/>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17" name="Google Shape;1417;p23"/>
              <p:cNvSpPr/>
              <p:nvPr/>
            </p:nvSpPr>
            <p:spPr>
              <a:xfrm rot="8752287">
                <a:off x="3601108" y="6091497"/>
                <a:ext cx="130469" cy="130469"/>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18" name="Google Shape;1418;p23"/>
              <p:cNvSpPr/>
              <p:nvPr/>
            </p:nvSpPr>
            <p:spPr>
              <a:xfrm rot="8754177">
                <a:off x="4682827" y="4819876"/>
                <a:ext cx="210847" cy="210847"/>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19" name="Google Shape;1419;p23"/>
              <p:cNvSpPr/>
              <p:nvPr/>
            </p:nvSpPr>
            <p:spPr>
              <a:xfrm rot="8752287">
                <a:off x="3494792" y="7210837"/>
                <a:ext cx="130469" cy="130469"/>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20" name="Google Shape;1420;p23"/>
              <p:cNvSpPr/>
              <p:nvPr/>
            </p:nvSpPr>
            <p:spPr>
              <a:xfrm rot="8752287">
                <a:off x="3265787" y="4938959"/>
                <a:ext cx="130469" cy="130469"/>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21" name="Google Shape;1421;p23"/>
              <p:cNvSpPr/>
              <p:nvPr/>
            </p:nvSpPr>
            <p:spPr>
              <a:xfrm rot="8754847">
                <a:off x="1467743" y="6207539"/>
                <a:ext cx="96354" cy="96354"/>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22" name="Google Shape;1422;p23"/>
              <p:cNvCxnSpPr>
                <a:stCxn id="1419" idx="4"/>
                <a:endCxn id="1417" idx="0"/>
              </p:cNvCxnSpPr>
              <p:nvPr/>
            </p:nvCxnSpPr>
            <p:spPr>
              <a:xfrm rot="10800000" flipH="1">
                <a:off x="3523426" y="6210771"/>
                <a:ext cx="179400" cy="1011300"/>
              </a:xfrm>
              <a:prstGeom prst="straightConnector1">
                <a:avLst/>
              </a:prstGeom>
              <a:noFill/>
              <a:ln w="9525" cap="flat" cmpd="sng">
                <a:solidFill>
                  <a:schemeClr val="dk2"/>
                </a:solidFill>
                <a:prstDash val="solid"/>
                <a:round/>
                <a:headEnd type="none" w="med" len="med"/>
                <a:tailEnd type="none" w="med" len="med"/>
              </a:ln>
            </p:spPr>
          </p:cxnSp>
          <p:cxnSp>
            <p:nvCxnSpPr>
              <p:cNvPr id="1423" name="Google Shape;1423;p23"/>
              <p:cNvCxnSpPr>
                <a:stCxn id="1414" idx="7"/>
                <a:endCxn id="1418" idx="3"/>
              </p:cNvCxnSpPr>
              <p:nvPr/>
            </p:nvCxnSpPr>
            <p:spPr>
              <a:xfrm flipH="1">
                <a:off x="4808077" y="4083623"/>
                <a:ext cx="113400" cy="738300"/>
              </a:xfrm>
              <a:prstGeom prst="straightConnector1">
                <a:avLst/>
              </a:prstGeom>
              <a:noFill/>
              <a:ln w="9525" cap="flat" cmpd="sng">
                <a:solidFill>
                  <a:schemeClr val="dk2"/>
                </a:solidFill>
                <a:prstDash val="solid"/>
                <a:round/>
                <a:headEnd type="none" w="med" len="med"/>
                <a:tailEnd type="none" w="med" len="med"/>
              </a:ln>
            </p:spPr>
          </p:cxnSp>
          <p:cxnSp>
            <p:nvCxnSpPr>
              <p:cNvPr id="1424" name="Google Shape;1424;p23"/>
              <p:cNvCxnSpPr>
                <a:stCxn id="1418" idx="7"/>
                <a:endCxn id="1419" idx="2"/>
              </p:cNvCxnSpPr>
              <p:nvPr/>
            </p:nvCxnSpPr>
            <p:spPr>
              <a:xfrm flipH="1">
                <a:off x="3613910" y="5028820"/>
                <a:ext cx="1154400" cy="2210700"/>
              </a:xfrm>
              <a:prstGeom prst="straightConnector1">
                <a:avLst/>
              </a:prstGeom>
              <a:noFill/>
              <a:ln w="9525" cap="flat" cmpd="sng">
                <a:solidFill>
                  <a:schemeClr val="dk2"/>
                </a:solidFill>
                <a:prstDash val="solid"/>
                <a:round/>
                <a:headEnd type="none" w="med" len="med"/>
                <a:tailEnd type="none" w="med" len="med"/>
              </a:ln>
            </p:spPr>
          </p:cxnSp>
          <p:cxnSp>
            <p:nvCxnSpPr>
              <p:cNvPr id="1425" name="Google Shape;1425;p23"/>
              <p:cNvCxnSpPr>
                <a:stCxn id="1419" idx="6"/>
                <a:endCxn id="1415" idx="1"/>
              </p:cNvCxnSpPr>
              <p:nvPr/>
            </p:nvCxnSpPr>
            <p:spPr>
              <a:xfrm rot="10800000">
                <a:off x="2468926" y="6979671"/>
                <a:ext cx="1037100" cy="333000"/>
              </a:xfrm>
              <a:prstGeom prst="straightConnector1">
                <a:avLst/>
              </a:prstGeom>
              <a:noFill/>
              <a:ln w="9525" cap="flat" cmpd="sng">
                <a:solidFill>
                  <a:schemeClr val="dk2"/>
                </a:solidFill>
                <a:prstDash val="solid"/>
                <a:round/>
                <a:headEnd type="none" w="med" len="med"/>
                <a:tailEnd type="none" w="med" len="med"/>
              </a:ln>
            </p:spPr>
          </p:cxnSp>
          <p:cxnSp>
            <p:nvCxnSpPr>
              <p:cNvPr id="1426" name="Google Shape;1426;p23"/>
              <p:cNvCxnSpPr>
                <a:stCxn id="1417" idx="7"/>
                <a:endCxn id="1415" idx="3"/>
              </p:cNvCxnSpPr>
              <p:nvPr/>
            </p:nvCxnSpPr>
            <p:spPr>
              <a:xfrm flipH="1">
                <a:off x="2391939" y="6220795"/>
                <a:ext cx="1262100" cy="644700"/>
              </a:xfrm>
              <a:prstGeom prst="straightConnector1">
                <a:avLst/>
              </a:prstGeom>
              <a:noFill/>
              <a:ln w="9525" cap="flat" cmpd="sng">
                <a:solidFill>
                  <a:schemeClr val="dk2"/>
                </a:solidFill>
                <a:prstDash val="solid"/>
                <a:round/>
                <a:headEnd type="none" w="med" len="med"/>
                <a:tailEnd type="none" w="med" len="med"/>
              </a:ln>
            </p:spPr>
          </p:cxnSp>
          <p:cxnSp>
            <p:nvCxnSpPr>
              <p:cNvPr id="1427" name="Google Shape;1427;p23"/>
              <p:cNvCxnSpPr>
                <a:stCxn id="1414" idx="6"/>
                <a:endCxn id="1420" idx="2"/>
              </p:cNvCxnSpPr>
              <p:nvPr/>
            </p:nvCxnSpPr>
            <p:spPr>
              <a:xfrm flipH="1">
                <a:off x="3385138" y="4042508"/>
                <a:ext cx="1474200" cy="925200"/>
              </a:xfrm>
              <a:prstGeom prst="straightConnector1">
                <a:avLst/>
              </a:prstGeom>
              <a:noFill/>
              <a:ln w="9525" cap="flat" cmpd="sng">
                <a:solidFill>
                  <a:schemeClr val="dk2"/>
                </a:solidFill>
                <a:prstDash val="solid"/>
                <a:round/>
                <a:headEnd type="none" w="med" len="med"/>
                <a:tailEnd type="none" w="med" len="med"/>
              </a:ln>
            </p:spPr>
          </p:cxnSp>
          <p:cxnSp>
            <p:nvCxnSpPr>
              <p:cNvPr id="1428" name="Google Shape;1428;p23"/>
              <p:cNvCxnSpPr>
                <a:stCxn id="1420" idx="0"/>
                <a:endCxn id="1417" idx="2"/>
              </p:cNvCxnSpPr>
              <p:nvPr/>
            </p:nvCxnSpPr>
            <p:spPr>
              <a:xfrm>
                <a:off x="3367622" y="5058194"/>
                <a:ext cx="352800" cy="1062000"/>
              </a:xfrm>
              <a:prstGeom prst="straightConnector1">
                <a:avLst/>
              </a:prstGeom>
              <a:noFill/>
              <a:ln w="9525" cap="flat" cmpd="sng">
                <a:solidFill>
                  <a:schemeClr val="dk2"/>
                </a:solidFill>
                <a:prstDash val="solid"/>
                <a:round/>
                <a:headEnd type="none" w="med" len="med"/>
                <a:tailEnd type="none" w="med" len="med"/>
              </a:ln>
            </p:spPr>
          </p:cxnSp>
          <p:cxnSp>
            <p:nvCxnSpPr>
              <p:cNvPr id="1429" name="Google Shape;1429;p23"/>
              <p:cNvCxnSpPr>
                <a:stCxn id="1420" idx="5"/>
                <a:endCxn id="1416" idx="1"/>
              </p:cNvCxnSpPr>
              <p:nvPr/>
            </p:nvCxnSpPr>
            <p:spPr>
              <a:xfrm flipH="1">
                <a:off x="2002758" y="4991890"/>
                <a:ext cx="1264200" cy="141600"/>
              </a:xfrm>
              <a:prstGeom prst="straightConnector1">
                <a:avLst/>
              </a:prstGeom>
              <a:noFill/>
              <a:ln w="9525" cap="flat" cmpd="sng">
                <a:solidFill>
                  <a:schemeClr val="dk2"/>
                </a:solidFill>
                <a:prstDash val="solid"/>
                <a:round/>
                <a:headEnd type="none" w="med" len="med"/>
                <a:tailEnd type="none" w="med" len="med"/>
              </a:ln>
            </p:spPr>
          </p:cxnSp>
          <p:cxnSp>
            <p:nvCxnSpPr>
              <p:cNvPr id="1430" name="Google Shape;1430;p23"/>
              <p:cNvCxnSpPr>
                <a:stCxn id="1416" idx="0"/>
                <a:endCxn id="1417" idx="5"/>
              </p:cNvCxnSpPr>
              <p:nvPr/>
            </p:nvCxnSpPr>
            <p:spPr>
              <a:xfrm>
                <a:off x="1918052" y="5261670"/>
                <a:ext cx="1684200" cy="882900"/>
              </a:xfrm>
              <a:prstGeom prst="straightConnector1">
                <a:avLst/>
              </a:prstGeom>
              <a:noFill/>
              <a:ln w="9525" cap="flat" cmpd="sng">
                <a:solidFill>
                  <a:schemeClr val="dk2"/>
                </a:solidFill>
                <a:prstDash val="solid"/>
                <a:round/>
                <a:headEnd type="none" w="med" len="med"/>
                <a:tailEnd type="none" w="med" len="med"/>
              </a:ln>
            </p:spPr>
          </p:cxnSp>
          <p:cxnSp>
            <p:nvCxnSpPr>
              <p:cNvPr id="1431" name="Google Shape;1431;p23"/>
              <p:cNvCxnSpPr>
                <a:stCxn id="1416" idx="7"/>
                <a:endCxn id="1421" idx="3"/>
              </p:cNvCxnSpPr>
              <p:nvPr/>
            </p:nvCxnSpPr>
            <p:spPr>
              <a:xfrm flipH="1">
                <a:off x="1525162" y="5292284"/>
                <a:ext cx="242400" cy="916200"/>
              </a:xfrm>
              <a:prstGeom prst="straightConnector1">
                <a:avLst/>
              </a:prstGeom>
              <a:noFill/>
              <a:ln w="9525" cap="flat" cmpd="sng">
                <a:solidFill>
                  <a:schemeClr val="dk2"/>
                </a:solidFill>
                <a:prstDash val="solid"/>
                <a:round/>
                <a:headEnd type="none" w="med" len="med"/>
                <a:tailEnd type="none" w="med" len="med"/>
              </a:ln>
            </p:spPr>
          </p:cxnSp>
          <p:cxnSp>
            <p:nvCxnSpPr>
              <p:cNvPr id="1432" name="Google Shape;1432;p23"/>
              <p:cNvCxnSpPr>
                <a:stCxn id="1417" idx="6"/>
                <a:endCxn id="1421" idx="2"/>
              </p:cNvCxnSpPr>
              <p:nvPr/>
            </p:nvCxnSpPr>
            <p:spPr>
              <a:xfrm flipH="1">
                <a:off x="1555843" y="6193331"/>
                <a:ext cx="2056500" cy="35400"/>
              </a:xfrm>
              <a:prstGeom prst="straightConnector1">
                <a:avLst/>
              </a:prstGeom>
              <a:noFill/>
              <a:ln w="9525" cap="flat" cmpd="sng">
                <a:solidFill>
                  <a:schemeClr val="dk2"/>
                </a:solidFill>
                <a:prstDash val="solid"/>
                <a:round/>
                <a:headEnd type="none" w="med" len="med"/>
                <a:tailEnd type="none" w="med" len="med"/>
              </a:ln>
            </p:spPr>
          </p:cxnSp>
          <p:cxnSp>
            <p:nvCxnSpPr>
              <p:cNvPr id="1433" name="Google Shape;1433;p23"/>
              <p:cNvCxnSpPr>
                <a:stCxn id="1421" idx="0"/>
                <a:endCxn id="1415" idx="4"/>
              </p:cNvCxnSpPr>
              <p:nvPr/>
            </p:nvCxnSpPr>
            <p:spPr>
              <a:xfrm>
                <a:off x="1542920" y="6295616"/>
                <a:ext cx="775800" cy="584700"/>
              </a:xfrm>
              <a:prstGeom prst="straightConnector1">
                <a:avLst/>
              </a:prstGeom>
              <a:noFill/>
              <a:ln w="9525" cap="flat" cmpd="sng">
                <a:solidFill>
                  <a:schemeClr val="dk2"/>
                </a:solidFill>
                <a:prstDash val="solid"/>
                <a:round/>
                <a:headEnd type="none" w="med" len="med"/>
                <a:tailEnd type="none" w="med" len="med"/>
              </a:ln>
            </p:spPr>
          </p:cxnSp>
          <p:cxnSp>
            <p:nvCxnSpPr>
              <p:cNvPr id="1434" name="Google Shape;1434;p23"/>
              <p:cNvCxnSpPr>
                <a:stCxn id="1419" idx="5"/>
                <a:endCxn id="1421" idx="1"/>
              </p:cNvCxnSpPr>
              <p:nvPr/>
            </p:nvCxnSpPr>
            <p:spPr>
              <a:xfrm rot="10800000">
                <a:off x="1563363" y="6264768"/>
                <a:ext cx="1932600" cy="999000"/>
              </a:xfrm>
              <a:prstGeom prst="straightConnector1">
                <a:avLst/>
              </a:prstGeom>
              <a:noFill/>
              <a:ln w="9525" cap="flat" cmpd="sng">
                <a:solidFill>
                  <a:schemeClr val="dk2"/>
                </a:solidFill>
                <a:prstDash val="solid"/>
                <a:round/>
                <a:headEnd type="none" w="med" len="med"/>
                <a:tailEnd type="none" w="med" len="med"/>
              </a:ln>
            </p:spPr>
          </p:cxnSp>
          <p:cxnSp>
            <p:nvCxnSpPr>
              <p:cNvPr id="1435" name="Google Shape;1435;p23"/>
              <p:cNvCxnSpPr>
                <a:stCxn id="1418" idx="6"/>
                <a:endCxn id="1421" idx="1"/>
              </p:cNvCxnSpPr>
              <p:nvPr/>
            </p:nvCxnSpPr>
            <p:spPr>
              <a:xfrm flipH="1">
                <a:off x="1563250" y="4984400"/>
                <a:ext cx="3137700" cy="1280400"/>
              </a:xfrm>
              <a:prstGeom prst="straightConnector1">
                <a:avLst/>
              </a:prstGeom>
              <a:noFill/>
              <a:ln w="9525" cap="flat" cmpd="sng">
                <a:solidFill>
                  <a:schemeClr val="dk2"/>
                </a:solidFill>
                <a:prstDash val="solid"/>
                <a:round/>
                <a:headEnd type="none" w="med" len="med"/>
                <a:tailEnd type="none" w="med" len="med"/>
              </a:ln>
            </p:spPr>
          </p:cxnSp>
          <p:cxnSp>
            <p:nvCxnSpPr>
              <p:cNvPr id="1436" name="Google Shape;1436;p23"/>
              <p:cNvCxnSpPr>
                <a:stCxn id="1418" idx="5"/>
                <a:endCxn id="1420" idx="2"/>
              </p:cNvCxnSpPr>
              <p:nvPr/>
            </p:nvCxnSpPr>
            <p:spPr>
              <a:xfrm flipH="1">
                <a:off x="3385130" y="4905359"/>
                <a:ext cx="1299600" cy="62100"/>
              </a:xfrm>
              <a:prstGeom prst="straightConnector1">
                <a:avLst/>
              </a:prstGeom>
              <a:noFill/>
              <a:ln w="9525" cap="flat" cmpd="sng">
                <a:solidFill>
                  <a:schemeClr val="dk2"/>
                </a:solidFill>
                <a:prstDash val="solid"/>
                <a:round/>
                <a:headEnd type="none" w="med" len="med"/>
                <a:tailEnd type="none" w="med" len="med"/>
              </a:ln>
            </p:spPr>
          </p:cxnSp>
          <p:cxnSp>
            <p:nvCxnSpPr>
              <p:cNvPr id="1437" name="Google Shape;1437;p23"/>
              <p:cNvCxnSpPr>
                <a:stCxn id="1415" idx="4"/>
                <a:endCxn id="1416" idx="7"/>
              </p:cNvCxnSpPr>
              <p:nvPr/>
            </p:nvCxnSpPr>
            <p:spPr>
              <a:xfrm rot="10800000">
                <a:off x="1767465" y="5292257"/>
                <a:ext cx="551400" cy="1588200"/>
              </a:xfrm>
              <a:prstGeom prst="straightConnector1">
                <a:avLst/>
              </a:prstGeom>
              <a:noFill/>
              <a:ln w="9525" cap="flat" cmpd="sng">
                <a:solidFill>
                  <a:schemeClr val="dk2"/>
                </a:solidFill>
                <a:prstDash val="solid"/>
                <a:round/>
                <a:headEnd type="none" w="med" len="med"/>
                <a:tailEnd type="none" w="med" len="med"/>
              </a:ln>
            </p:spPr>
          </p:cxnSp>
          <p:sp>
            <p:nvSpPr>
              <p:cNvPr id="1438" name="Google Shape;1438;p23"/>
              <p:cNvSpPr/>
              <p:nvPr/>
            </p:nvSpPr>
            <p:spPr>
              <a:xfrm rot="8752287">
                <a:off x="745374" y="4876732"/>
                <a:ext cx="130469" cy="130469"/>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39" name="Google Shape;1439;p23"/>
              <p:cNvCxnSpPr>
                <a:stCxn id="1421" idx="4"/>
                <a:endCxn id="1438" idx="7"/>
              </p:cNvCxnSpPr>
              <p:nvPr/>
            </p:nvCxnSpPr>
            <p:spPr>
              <a:xfrm rot="10800000">
                <a:off x="798320" y="5005916"/>
                <a:ext cx="690600" cy="1209900"/>
              </a:xfrm>
              <a:prstGeom prst="straightConnector1">
                <a:avLst/>
              </a:prstGeom>
              <a:noFill/>
              <a:ln w="9525" cap="flat" cmpd="sng">
                <a:solidFill>
                  <a:schemeClr val="dk2"/>
                </a:solidFill>
                <a:prstDash val="solid"/>
                <a:round/>
                <a:headEnd type="none" w="med" len="med"/>
                <a:tailEnd type="none" w="med" len="med"/>
              </a:ln>
            </p:spPr>
          </p:cxnSp>
          <p:cxnSp>
            <p:nvCxnSpPr>
              <p:cNvPr id="1440" name="Google Shape;1440;p23"/>
              <p:cNvCxnSpPr>
                <a:stCxn id="1438" idx="1"/>
                <a:endCxn id="1416" idx="5"/>
              </p:cNvCxnSpPr>
              <p:nvPr/>
            </p:nvCxnSpPr>
            <p:spPr>
              <a:xfrm>
                <a:off x="874673" y="4954270"/>
                <a:ext cx="734100" cy="102900"/>
              </a:xfrm>
              <a:prstGeom prst="straightConnector1">
                <a:avLst/>
              </a:prstGeom>
              <a:noFill/>
              <a:ln w="9525" cap="flat" cmpd="sng">
                <a:solidFill>
                  <a:schemeClr val="dk2"/>
                </a:solidFill>
                <a:prstDash val="solid"/>
                <a:round/>
                <a:headEnd type="none" w="med" len="med"/>
                <a:tailEnd type="none" w="med" len="med"/>
              </a:ln>
            </p:spPr>
          </p:cxnSp>
          <p:sp>
            <p:nvSpPr>
              <p:cNvPr id="1441" name="Google Shape;1441;p23"/>
              <p:cNvSpPr/>
              <p:nvPr/>
            </p:nvSpPr>
            <p:spPr>
              <a:xfrm rot="8759498">
                <a:off x="1785083" y="4514433"/>
                <a:ext cx="194703" cy="194703"/>
              </a:xfrm>
              <a:prstGeom prst="ellipse">
                <a:avLst/>
              </a:prstGeom>
              <a:solidFill>
                <a:srgbClr val="FFD96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42" name="Google Shape;1442;p23"/>
              <p:cNvCxnSpPr>
                <a:stCxn id="1438" idx="2"/>
                <a:endCxn id="1441" idx="5"/>
              </p:cNvCxnSpPr>
              <p:nvPr/>
            </p:nvCxnSpPr>
            <p:spPr>
              <a:xfrm rot="10800000" flipH="1">
                <a:off x="864609" y="4593367"/>
                <a:ext cx="922200" cy="312000"/>
              </a:xfrm>
              <a:prstGeom prst="straightConnector1">
                <a:avLst/>
              </a:prstGeom>
              <a:noFill/>
              <a:ln w="9525" cap="flat" cmpd="sng">
                <a:solidFill>
                  <a:schemeClr val="dk2"/>
                </a:solidFill>
                <a:prstDash val="solid"/>
                <a:round/>
                <a:headEnd type="none" w="med" len="med"/>
                <a:tailEnd type="none" w="med" len="med"/>
              </a:ln>
            </p:spPr>
          </p:cxnSp>
          <p:cxnSp>
            <p:nvCxnSpPr>
              <p:cNvPr id="1443" name="Google Shape;1443;p23"/>
              <p:cNvCxnSpPr>
                <a:stCxn id="1441" idx="1"/>
                <a:endCxn id="1420" idx="5"/>
              </p:cNvCxnSpPr>
              <p:nvPr/>
            </p:nvCxnSpPr>
            <p:spPr>
              <a:xfrm>
                <a:off x="1977999" y="4630346"/>
                <a:ext cx="1289100" cy="361500"/>
              </a:xfrm>
              <a:prstGeom prst="straightConnector1">
                <a:avLst/>
              </a:prstGeom>
              <a:noFill/>
              <a:ln w="9525" cap="flat" cmpd="sng">
                <a:solidFill>
                  <a:schemeClr val="dk2"/>
                </a:solidFill>
                <a:prstDash val="solid"/>
                <a:round/>
                <a:headEnd type="none" w="med" len="med"/>
                <a:tailEnd type="none" w="med" len="med"/>
              </a:ln>
            </p:spPr>
          </p:cxnSp>
          <p:cxnSp>
            <p:nvCxnSpPr>
              <p:cNvPr id="1444" name="Google Shape;1444;p23"/>
              <p:cNvCxnSpPr>
                <a:stCxn id="1441" idx="7"/>
                <a:endCxn id="1416" idx="3"/>
              </p:cNvCxnSpPr>
              <p:nvPr/>
            </p:nvCxnSpPr>
            <p:spPr>
              <a:xfrm flipH="1">
                <a:off x="1844072" y="4707350"/>
                <a:ext cx="19800" cy="191100"/>
              </a:xfrm>
              <a:prstGeom prst="straightConnector1">
                <a:avLst/>
              </a:prstGeom>
              <a:noFill/>
              <a:ln w="9525" cap="flat" cmpd="sng">
                <a:solidFill>
                  <a:schemeClr val="dk2"/>
                </a:solidFill>
                <a:prstDash val="solid"/>
                <a:round/>
                <a:headEnd type="none" w="med" len="med"/>
                <a:tailEnd type="none" w="med" len="med"/>
              </a:ln>
            </p:spPr>
          </p:cxn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1pPr>
            <a:lvl2pPr lvl="1"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2pPr>
            <a:lvl3pPr lvl="2"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3pPr>
            <a:lvl4pPr lvl="3"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4pPr>
            <a:lvl5pPr lvl="4"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5pPr>
            <a:lvl6pPr lvl="5"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6pPr>
            <a:lvl7pPr lvl="6"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7pPr>
            <a:lvl8pPr lvl="7"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8pPr>
            <a:lvl9pPr lvl="8"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1pPr>
            <a:lvl2pPr marL="914400" lvl="1"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2pPr>
            <a:lvl3pPr marL="1371600" lvl="2"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3pPr>
            <a:lvl4pPr marL="1828800" lvl="3"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4pPr>
            <a:lvl5pPr marL="2286000" lvl="4"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5pPr>
            <a:lvl6pPr marL="2743200" lvl="5"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6pPr>
            <a:lvl7pPr marL="3200400" lvl="6"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7pPr>
            <a:lvl8pPr marL="3657600" lvl="7"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8pPr>
            <a:lvl9pPr marL="4114800" lvl="8"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4" r:id="rId4"/>
    <p:sldLayoutId id="2147483655" r:id="rId5"/>
    <p:sldLayoutId id="2147483658" r:id="rId6"/>
    <p:sldLayoutId id="2147483659" r:id="rId7"/>
    <p:sldLayoutId id="2147483664" r:id="rId8"/>
    <p:sldLayoutId id="2147483665" r:id="rId9"/>
    <p:sldLayoutId id="2147483668" r:id="rId10"/>
    <p:sldLayoutId id="214748366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54"/>
        <p:cNvGrpSpPr/>
        <p:nvPr/>
      </p:nvGrpSpPr>
      <p:grpSpPr>
        <a:xfrm>
          <a:off x="0" y="0"/>
          <a:ext cx="0" cy="0"/>
          <a:chOff x="0" y="0"/>
          <a:chExt cx="0" cy="0"/>
        </a:xfrm>
      </p:grpSpPr>
      <p:sp>
        <p:nvSpPr>
          <p:cNvPr id="1455" name="Google Shape;1455;p27"/>
          <p:cNvSpPr txBox="1">
            <a:spLocks noGrp="1"/>
          </p:cNvSpPr>
          <p:nvPr>
            <p:ph type="ctrTitle"/>
          </p:nvPr>
        </p:nvSpPr>
        <p:spPr>
          <a:xfrm>
            <a:off x="800325" y="1468875"/>
            <a:ext cx="7543800" cy="1730100"/>
          </a:xfrm>
          <a:prstGeom prst="rect">
            <a:avLst/>
          </a:prstGeom>
        </p:spPr>
        <p:txBody>
          <a:bodyPr spcFirstLastPara="1" wrap="square" lIns="91425" tIns="91425" rIns="91425" bIns="91425" anchor="b" anchorCtr="0">
            <a:noAutofit/>
          </a:bodyPr>
          <a:lstStyle/>
          <a:p>
            <a:pPr lvl="0"/>
            <a:r>
              <a:rPr lang="pt-BR" dirty="0"/>
              <a:t>Matemática Computacional</a:t>
            </a:r>
            <a:endParaRPr dirty="0"/>
          </a:p>
        </p:txBody>
      </p:sp>
      <p:sp>
        <p:nvSpPr>
          <p:cNvPr id="1456" name="Google Shape;1456;p27"/>
          <p:cNvSpPr txBox="1">
            <a:spLocks noGrp="1"/>
          </p:cNvSpPr>
          <p:nvPr>
            <p:ph type="subTitle" idx="1"/>
          </p:nvPr>
        </p:nvSpPr>
        <p:spPr>
          <a:xfrm>
            <a:off x="2275875" y="3198825"/>
            <a:ext cx="4592400" cy="1001534"/>
          </a:xfrm>
          <a:prstGeom prst="rect">
            <a:avLst/>
          </a:prstGeom>
        </p:spPr>
        <p:txBody>
          <a:bodyPr spcFirstLastPara="1" wrap="square" lIns="91425" tIns="91425" rIns="91425" bIns="91425" anchor="t" anchorCtr="0">
            <a:noAutofit/>
          </a:bodyPr>
          <a:lstStyle/>
          <a:p>
            <a:pPr marL="0" lvl="0" indent="0"/>
            <a:r>
              <a:rPr lang="pt-BR" dirty="0"/>
              <a:t>Matemática Aplicada à Computação; Matemática; </a:t>
            </a:r>
            <a:br>
              <a:rPr lang="pt-BR" dirty="0"/>
            </a:br>
            <a:r>
              <a:rPr lang="pt-BR" dirty="0"/>
              <a:t>Fundamentos de Computação; Modelagem Computacional</a:t>
            </a:r>
          </a:p>
        </p:txBody>
      </p:sp>
      <p:grpSp>
        <p:nvGrpSpPr>
          <p:cNvPr id="1457" name="Google Shape;1457;p27"/>
          <p:cNvGrpSpPr/>
          <p:nvPr/>
        </p:nvGrpSpPr>
        <p:grpSpPr>
          <a:xfrm>
            <a:off x="5381216" y="943141"/>
            <a:ext cx="401329" cy="434127"/>
            <a:chOff x="8667225" y="681525"/>
            <a:chExt cx="298275" cy="322675"/>
          </a:xfrm>
        </p:grpSpPr>
        <p:sp>
          <p:nvSpPr>
            <p:cNvPr id="1458" name="Google Shape;1458;p27"/>
            <p:cNvSpPr/>
            <p:nvPr/>
          </p:nvSpPr>
          <p:spPr>
            <a:xfrm rot="10800000">
              <a:off x="8667225" y="82162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59" name="Google Shape;1459;p27"/>
            <p:cNvSpPr/>
            <p:nvPr/>
          </p:nvSpPr>
          <p:spPr>
            <a:xfrm rot="10800000">
              <a:off x="8825400" y="681525"/>
              <a:ext cx="140100" cy="1401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60" name="Google Shape;1460;p27"/>
            <p:cNvSpPr/>
            <p:nvPr/>
          </p:nvSpPr>
          <p:spPr>
            <a:xfrm rot="10800000">
              <a:off x="8869800" y="952900"/>
              <a:ext cx="51300" cy="513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461" name="Google Shape;1461;p27"/>
          <p:cNvGrpSpPr/>
          <p:nvPr/>
        </p:nvGrpSpPr>
        <p:grpSpPr>
          <a:xfrm rot="-2214200">
            <a:off x="1270062" y="3832191"/>
            <a:ext cx="501360" cy="695474"/>
            <a:chOff x="140150" y="4340075"/>
            <a:chExt cx="406275" cy="563575"/>
          </a:xfrm>
        </p:grpSpPr>
        <p:sp>
          <p:nvSpPr>
            <p:cNvPr id="1462" name="Google Shape;1462;p27"/>
            <p:cNvSpPr/>
            <p:nvPr/>
          </p:nvSpPr>
          <p:spPr>
            <a:xfrm rot="10800000">
              <a:off x="140150" y="4340075"/>
              <a:ext cx="86700" cy="867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63" name="Google Shape;1463;p27"/>
            <p:cNvSpPr/>
            <p:nvPr/>
          </p:nvSpPr>
          <p:spPr>
            <a:xfrm rot="10800000">
              <a:off x="298325" y="4657175"/>
              <a:ext cx="140100" cy="14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64" name="Google Shape;1464;p27"/>
            <p:cNvSpPr/>
            <p:nvPr/>
          </p:nvSpPr>
          <p:spPr>
            <a:xfrm rot="10800000">
              <a:off x="495125" y="4852350"/>
              <a:ext cx="51300" cy="51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65" name="Google Shape;1465;p27"/>
            <p:cNvSpPr/>
            <p:nvPr/>
          </p:nvSpPr>
          <p:spPr>
            <a:xfrm rot="10800000">
              <a:off x="165050" y="4657175"/>
              <a:ext cx="51300" cy="513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1466" name="Google Shape;1466;p27"/>
          <p:cNvSpPr txBox="1"/>
          <p:nvPr/>
        </p:nvSpPr>
        <p:spPr>
          <a:xfrm>
            <a:off x="6686775" y="743550"/>
            <a:ext cx="1743900" cy="322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dirty="0">
                <a:solidFill>
                  <a:schemeClr val="dk1"/>
                </a:solidFill>
                <a:latin typeface="Albert Sans"/>
                <a:ea typeface="Albert Sans"/>
                <a:cs typeface="Albert Sans"/>
                <a:sym typeface="Albert Sans"/>
              </a:rPr>
              <a:t>#tecnologia</a:t>
            </a:r>
            <a:endParaRPr sz="2000" b="1" dirty="0">
              <a:solidFill>
                <a:schemeClr val="dk1"/>
              </a:solidFill>
              <a:latin typeface="Albert Sans"/>
              <a:ea typeface="Albert Sans"/>
              <a:cs typeface="Albert Sans"/>
              <a:sym typeface="Albert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79"/>
        <p:cNvGrpSpPr/>
        <p:nvPr/>
      </p:nvGrpSpPr>
      <p:grpSpPr>
        <a:xfrm>
          <a:off x="0" y="0"/>
          <a:ext cx="0" cy="0"/>
          <a:chOff x="0" y="0"/>
          <a:chExt cx="0" cy="0"/>
        </a:xfrm>
      </p:grpSpPr>
      <p:sp>
        <p:nvSpPr>
          <p:cNvPr id="1480" name="Google Shape;1480;p29"/>
          <p:cNvSpPr txBox="1">
            <a:spLocks noGrp="1"/>
          </p:cNvSpPr>
          <p:nvPr>
            <p:ph type="subTitle" idx="13"/>
          </p:nvPr>
        </p:nvSpPr>
        <p:spPr>
          <a:xfrm>
            <a:off x="5500975" y="1277225"/>
            <a:ext cx="2884800" cy="903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Mathematical modeling</a:t>
            </a:r>
            <a:endParaRPr sz="2000"/>
          </a:p>
        </p:txBody>
      </p:sp>
      <p:sp>
        <p:nvSpPr>
          <p:cNvPr id="1481" name="Google Shape;1481;p29"/>
          <p:cNvSpPr txBox="1">
            <a:spLocks noGrp="1"/>
          </p:cNvSpPr>
          <p:nvPr>
            <p:ph type="title" idx="5"/>
          </p:nvPr>
        </p:nvSpPr>
        <p:spPr>
          <a:xfrm>
            <a:off x="758225" y="1277225"/>
            <a:ext cx="816600" cy="7800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01</a:t>
            </a:r>
            <a:endParaRPr/>
          </a:p>
        </p:txBody>
      </p:sp>
      <p:sp>
        <p:nvSpPr>
          <p:cNvPr id="1482" name="Google Shape;1482;p29"/>
          <p:cNvSpPr txBox="1">
            <a:spLocks noGrp="1"/>
          </p:cNvSpPr>
          <p:nvPr>
            <p:ph type="subTitle" idx="9"/>
          </p:nvPr>
        </p:nvSpPr>
        <p:spPr>
          <a:xfrm>
            <a:off x="1574375" y="1277225"/>
            <a:ext cx="2884800" cy="903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Problem-solving strategies</a:t>
            </a:r>
            <a:endParaRPr/>
          </a:p>
        </p:txBody>
      </p:sp>
      <p:sp>
        <p:nvSpPr>
          <p:cNvPr id="1483" name="Google Shape;1483;p29"/>
          <p:cNvSpPr txBox="1">
            <a:spLocks noGrp="1"/>
          </p:cNvSpPr>
          <p:nvPr>
            <p:ph type="subTitle" idx="15"/>
          </p:nvPr>
        </p:nvSpPr>
        <p:spPr>
          <a:xfrm>
            <a:off x="5500975" y="2933701"/>
            <a:ext cx="2884800" cy="903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Mathematics and technology</a:t>
            </a:r>
            <a:endParaRPr/>
          </a:p>
        </p:txBody>
      </p:sp>
      <p:sp>
        <p:nvSpPr>
          <p:cNvPr id="1484" name="Google Shape;1484;p2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of contents</a:t>
            </a:r>
            <a:endParaRPr/>
          </a:p>
        </p:txBody>
      </p:sp>
      <p:sp>
        <p:nvSpPr>
          <p:cNvPr id="1485" name="Google Shape;1485;p29"/>
          <p:cNvSpPr txBox="1">
            <a:spLocks noGrp="1"/>
          </p:cNvSpPr>
          <p:nvPr>
            <p:ph type="subTitle" idx="3"/>
          </p:nvPr>
        </p:nvSpPr>
        <p:spPr>
          <a:xfrm>
            <a:off x="1574375" y="3713775"/>
            <a:ext cx="2884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Identifying mathematical concepts in real-world scenarios</a:t>
            </a:r>
            <a:endParaRPr sz="1600"/>
          </a:p>
        </p:txBody>
      </p:sp>
      <p:sp>
        <p:nvSpPr>
          <p:cNvPr id="1486" name="Google Shape;1486;p29"/>
          <p:cNvSpPr txBox="1">
            <a:spLocks noGrp="1"/>
          </p:cNvSpPr>
          <p:nvPr>
            <p:ph type="subTitle" idx="1"/>
          </p:nvPr>
        </p:nvSpPr>
        <p:spPr>
          <a:xfrm>
            <a:off x="1574375" y="2056793"/>
            <a:ext cx="2884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Critical thinking skills and mathematical reasoning</a:t>
            </a:r>
            <a:endParaRPr/>
          </a:p>
        </p:txBody>
      </p:sp>
      <p:sp>
        <p:nvSpPr>
          <p:cNvPr id="1487" name="Google Shape;1487;p29"/>
          <p:cNvSpPr txBox="1">
            <a:spLocks noGrp="1"/>
          </p:cNvSpPr>
          <p:nvPr>
            <p:ph type="subTitle" idx="2"/>
          </p:nvPr>
        </p:nvSpPr>
        <p:spPr>
          <a:xfrm>
            <a:off x="5500976" y="2056793"/>
            <a:ext cx="2884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Analyzing and interpreting mathematical models</a:t>
            </a:r>
            <a:endParaRPr/>
          </a:p>
        </p:txBody>
      </p:sp>
      <p:sp>
        <p:nvSpPr>
          <p:cNvPr id="1488" name="Google Shape;1488;p29"/>
          <p:cNvSpPr txBox="1">
            <a:spLocks noGrp="1"/>
          </p:cNvSpPr>
          <p:nvPr>
            <p:ph type="subTitle" idx="4"/>
          </p:nvPr>
        </p:nvSpPr>
        <p:spPr>
          <a:xfrm>
            <a:off x="5500976" y="3713775"/>
            <a:ext cx="2884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Integration of technology tools in mathematical exploration</a:t>
            </a:r>
            <a:endParaRPr/>
          </a:p>
        </p:txBody>
      </p:sp>
      <p:sp>
        <p:nvSpPr>
          <p:cNvPr id="1489" name="Google Shape;1489;p29"/>
          <p:cNvSpPr txBox="1">
            <a:spLocks noGrp="1"/>
          </p:cNvSpPr>
          <p:nvPr>
            <p:ph type="title" idx="6"/>
          </p:nvPr>
        </p:nvSpPr>
        <p:spPr>
          <a:xfrm>
            <a:off x="758225" y="2933700"/>
            <a:ext cx="816600" cy="7800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03</a:t>
            </a:r>
            <a:endParaRPr/>
          </a:p>
        </p:txBody>
      </p:sp>
      <p:sp>
        <p:nvSpPr>
          <p:cNvPr id="1490" name="Google Shape;1490;p29"/>
          <p:cNvSpPr txBox="1">
            <a:spLocks noGrp="1"/>
          </p:cNvSpPr>
          <p:nvPr>
            <p:ph type="title" idx="7"/>
          </p:nvPr>
        </p:nvSpPr>
        <p:spPr>
          <a:xfrm>
            <a:off x="4685025" y="1277225"/>
            <a:ext cx="816600" cy="7800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02</a:t>
            </a:r>
            <a:endParaRPr/>
          </a:p>
        </p:txBody>
      </p:sp>
      <p:sp>
        <p:nvSpPr>
          <p:cNvPr id="1491" name="Google Shape;1491;p29"/>
          <p:cNvSpPr txBox="1">
            <a:spLocks noGrp="1"/>
          </p:cNvSpPr>
          <p:nvPr>
            <p:ph type="title" idx="8"/>
          </p:nvPr>
        </p:nvSpPr>
        <p:spPr>
          <a:xfrm>
            <a:off x="4685025" y="2933700"/>
            <a:ext cx="816600" cy="7800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04</a:t>
            </a:r>
            <a:endParaRPr/>
          </a:p>
        </p:txBody>
      </p:sp>
      <p:sp>
        <p:nvSpPr>
          <p:cNvPr id="1492" name="Google Shape;1492;p29"/>
          <p:cNvSpPr txBox="1">
            <a:spLocks noGrp="1"/>
          </p:cNvSpPr>
          <p:nvPr>
            <p:ph type="subTitle" idx="14"/>
          </p:nvPr>
        </p:nvSpPr>
        <p:spPr>
          <a:xfrm>
            <a:off x="1574375" y="2933701"/>
            <a:ext cx="2884800" cy="903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Mathematics in everyday life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96"/>
        <p:cNvGrpSpPr/>
        <p:nvPr/>
      </p:nvGrpSpPr>
      <p:grpSpPr>
        <a:xfrm>
          <a:off x="0" y="0"/>
          <a:ext cx="0" cy="0"/>
          <a:chOff x="0" y="0"/>
          <a:chExt cx="0" cy="0"/>
        </a:xfrm>
      </p:grpSpPr>
      <p:sp>
        <p:nvSpPr>
          <p:cNvPr id="1497" name="Google Shape;1497;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Introduction</a:t>
            </a:r>
            <a:endParaRPr/>
          </a:p>
        </p:txBody>
      </p:sp>
      <p:sp>
        <p:nvSpPr>
          <p:cNvPr id="1498" name="Google Shape;1498;p30"/>
          <p:cNvSpPr txBox="1">
            <a:spLocks noGrp="1"/>
          </p:cNvSpPr>
          <p:nvPr>
            <p:ph type="subTitle" idx="1"/>
          </p:nvPr>
        </p:nvSpPr>
        <p:spPr>
          <a:xfrm>
            <a:off x="4731475" y="1256325"/>
            <a:ext cx="3699300" cy="2925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From mathematical modeling to the integration of technology tools, these lessons empower students to appreciate the versatility and relevance of mathematics across diverse contexts. Through this comprehensive approach, students not only master mathematical concepts but also develop essential skills for navigating the complexities of the modern world</a:t>
            </a:r>
            <a:endParaRPr/>
          </a:p>
        </p:txBody>
      </p:sp>
      <p:sp>
        <p:nvSpPr>
          <p:cNvPr id="1499" name="Google Shape;1499;p30"/>
          <p:cNvSpPr txBox="1">
            <a:spLocks noGrp="1"/>
          </p:cNvSpPr>
          <p:nvPr>
            <p:ph type="subTitle" idx="2"/>
          </p:nvPr>
        </p:nvSpPr>
        <p:spPr>
          <a:xfrm>
            <a:off x="720000" y="1256325"/>
            <a:ext cx="3699300" cy="2925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 high school and middle school math lessons, students delve into various engaging topics. They explore </a:t>
            </a:r>
            <a:r>
              <a:rPr lang="en" b="1"/>
              <a:t>problem-solving strategies, honing critical thinking and logical reasoning skills</a:t>
            </a:r>
            <a:r>
              <a:rPr lang="en"/>
              <a:t>. Additionally, at that age, math lessons focus on the practical application of mathematics, revealing its role in everyday life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03"/>
        <p:cNvGrpSpPr/>
        <p:nvPr/>
      </p:nvGrpSpPr>
      <p:grpSpPr>
        <a:xfrm>
          <a:off x="0" y="0"/>
          <a:ext cx="0" cy="0"/>
          <a:chOff x="0" y="0"/>
          <a:chExt cx="0" cy="0"/>
        </a:xfrm>
      </p:grpSpPr>
      <p:sp>
        <p:nvSpPr>
          <p:cNvPr id="1504" name="Google Shape;1504;p31"/>
          <p:cNvSpPr txBox="1">
            <a:spLocks noGrp="1"/>
          </p:cNvSpPr>
          <p:nvPr>
            <p:ph type="title"/>
          </p:nvPr>
        </p:nvSpPr>
        <p:spPr>
          <a:xfrm>
            <a:off x="1463100" y="2046250"/>
            <a:ext cx="6217800" cy="1676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Problem-solving strategies</a:t>
            </a:r>
            <a:endParaRPr/>
          </a:p>
        </p:txBody>
      </p:sp>
      <p:sp>
        <p:nvSpPr>
          <p:cNvPr id="1505" name="Google Shape;1505;p31"/>
          <p:cNvSpPr txBox="1">
            <a:spLocks noGrp="1"/>
          </p:cNvSpPr>
          <p:nvPr>
            <p:ph type="title" idx="2"/>
          </p:nvPr>
        </p:nvSpPr>
        <p:spPr>
          <a:xfrm>
            <a:off x="3745950" y="809625"/>
            <a:ext cx="1652100" cy="1128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1506" name="Google Shape;1506;p31"/>
          <p:cNvSpPr txBox="1">
            <a:spLocks noGrp="1"/>
          </p:cNvSpPr>
          <p:nvPr>
            <p:ph type="subTitle" idx="1"/>
          </p:nvPr>
        </p:nvSpPr>
        <p:spPr>
          <a:xfrm>
            <a:off x="1463100" y="3797250"/>
            <a:ext cx="6217800" cy="43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Apply problem-solving strategies in various contexts</a:t>
            </a:r>
            <a:endParaRPr/>
          </a:p>
        </p:txBody>
      </p:sp>
      <p:grpSp>
        <p:nvGrpSpPr>
          <p:cNvPr id="1507" name="Google Shape;1507;p31"/>
          <p:cNvGrpSpPr/>
          <p:nvPr/>
        </p:nvGrpSpPr>
        <p:grpSpPr>
          <a:xfrm rot="6922716">
            <a:off x="7561124" y="746898"/>
            <a:ext cx="435969" cy="322677"/>
            <a:chOff x="8529533" y="681525"/>
            <a:chExt cx="435967" cy="322675"/>
          </a:xfrm>
        </p:grpSpPr>
        <p:sp>
          <p:nvSpPr>
            <p:cNvPr id="1508" name="Google Shape;1508;p31"/>
            <p:cNvSpPr/>
            <p:nvPr/>
          </p:nvSpPr>
          <p:spPr>
            <a:xfrm rot="10800000">
              <a:off x="8529533" y="886943"/>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09" name="Google Shape;1509;p31"/>
            <p:cNvSpPr/>
            <p:nvPr/>
          </p:nvSpPr>
          <p:spPr>
            <a:xfrm rot="10800000">
              <a:off x="8825400" y="681525"/>
              <a:ext cx="140100" cy="14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10" name="Google Shape;1510;p31"/>
            <p:cNvSpPr/>
            <p:nvPr/>
          </p:nvSpPr>
          <p:spPr>
            <a:xfrm rot="10800000">
              <a:off x="8869800" y="95290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511" name="Google Shape;1511;p31"/>
          <p:cNvGrpSpPr/>
          <p:nvPr/>
        </p:nvGrpSpPr>
        <p:grpSpPr>
          <a:xfrm>
            <a:off x="970225" y="3797250"/>
            <a:ext cx="406275" cy="563575"/>
            <a:chOff x="140150" y="4340075"/>
            <a:chExt cx="406275" cy="563575"/>
          </a:xfrm>
        </p:grpSpPr>
        <p:sp>
          <p:nvSpPr>
            <p:cNvPr id="1512" name="Google Shape;1512;p31"/>
            <p:cNvSpPr/>
            <p:nvPr/>
          </p:nvSpPr>
          <p:spPr>
            <a:xfrm rot="10800000">
              <a:off x="140150" y="434007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13" name="Google Shape;1513;p31"/>
            <p:cNvSpPr/>
            <p:nvPr/>
          </p:nvSpPr>
          <p:spPr>
            <a:xfrm rot="10800000">
              <a:off x="298325" y="4657175"/>
              <a:ext cx="140100" cy="140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14" name="Google Shape;1514;p31"/>
            <p:cNvSpPr/>
            <p:nvPr/>
          </p:nvSpPr>
          <p:spPr>
            <a:xfrm rot="10800000">
              <a:off x="495125" y="485235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15" name="Google Shape;1515;p31"/>
            <p:cNvSpPr/>
            <p:nvPr/>
          </p:nvSpPr>
          <p:spPr>
            <a:xfrm rot="10800000">
              <a:off x="165050" y="4657175"/>
              <a:ext cx="51300" cy="51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64"/>
        <p:cNvGrpSpPr/>
        <p:nvPr/>
      </p:nvGrpSpPr>
      <p:grpSpPr>
        <a:xfrm>
          <a:off x="0" y="0"/>
          <a:ext cx="0" cy="0"/>
          <a:chOff x="0" y="0"/>
          <a:chExt cx="0" cy="0"/>
        </a:xfrm>
      </p:grpSpPr>
      <p:sp>
        <p:nvSpPr>
          <p:cNvPr id="1565" name="Google Shape;1565;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Analytical thinking</a:t>
            </a:r>
            <a:endParaRPr/>
          </a:p>
        </p:txBody>
      </p:sp>
      <p:sp>
        <p:nvSpPr>
          <p:cNvPr id="1566" name="Google Shape;1566;p33"/>
          <p:cNvSpPr txBox="1">
            <a:spLocks noGrp="1"/>
          </p:cNvSpPr>
          <p:nvPr>
            <p:ph type="subTitle" idx="1"/>
          </p:nvPr>
        </p:nvSpPr>
        <p:spPr>
          <a:xfrm>
            <a:off x="4951702" y="2609977"/>
            <a:ext cx="3141900" cy="1134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a:t>
            </a:r>
            <a:r>
              <a:rPr lang="en" b="1"/>
              <a:t>systematical and logical</a:t>
            </a:r>
            <a:r>
              <a:rPr lang="en"/>
              <a:t> approach to mathematical problems is the foundation for many disciplines</a:t>
            </a:r>
            <a:endParaRPr/>
          </a:p>
        </p:txBody>
      </p:sp>
      <p:sp>
        <p:nvSpPr>
          <p:cNvPr id="1567" name="Google Shape;1567;p33"/>
          <p:cNvSpPr txBox="1">
            <a:spLocks noGrp="1"/>
          </p:cNvSpPr>
          <p:nvPr>
            <p:ph type="subTitle" idx="2"/>
          </p:nvPr>
        </p:nvSpPr>
        <p:spPr>
          <a:xfrm>
            <a:off x="1050400" y="2609977"/>
            <a:ext cx="3141900" cy="1134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Cultivate the ability to </a:t>
            </a:r>
            <a:r>
              <a:rPr lang="en" b="1"/>
              <a:t>break down complex problems</a:t>
            </a:r>
            <a:r>
              <a:rPr lang="en"/>
              <a:t> into several manageable parts </a:t>
            </a:r>
            <a:endParaRPr/>
          </a:p>
        </p:txBody>
      </p:sp>
      <p:sp>
        <p:nvSpPr>
          <p:cNvPr id="1568" name="Google Shape;1568;p33"/>
          <p:cNvSpPr txBox="1">
            <a:spLocks noGrp="1"/>
          </p:cNvSpPr>
          <p:nvPr>
            <p:ph type="subTitle" idx="3"/>
          </p:nvPr>
        </p:nvSpPr>
        <p:spPr>
          <a:xfrm>
            <a:off x="1050400" y="1821125"/>
            <a:ext cx="3141900" cy="865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Break down </a:t>
            </a:r>
            <a:endParaRPr/>
          </a:p>
          <a:p>
            <a:pPr marL="0" lvl="0" indent="0" algn="l" rtl="0">
              <a:spcBef>
                <a:spcPts val="0"/>
              </a:spcBef>
              <a:spcAft>
                <a:spcPts val="0"/>
              </a:spcAft>
              <a:buNone/>
            </a:pPr>
            <a:r>
              <a:rPr lang="en"/>
              <a:t>complex problems</a:t>
            </a:r>
            <a:endParaRPr/>
          </a:p>
        </p:txBody>
      </p:sp>
      <p:sp>
        <p:nvSpPr>
          <p:cNvPr id="1569" name="Google Shape;1569;p33"/>
          <p:cNvSpPr txBox="1">
            <a:spLocks noGrp="1"/>
          </p:cNvSpPr>
          <p:nvPr>
            <p:ph type="subTitle" idx="4"/>
          </p:nvPr>
        </p:nvSpPr>
        <p:spPr>
          <a:xfrm>
            <a:off x="4951707" y="1821125"/>
            <a:ext cx="3141900" cy="865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Systematic and </a:t>
            </a:r>
            <a:endParaRPr/>
          </a:p>
          <a:p>
            <a:pPr marL="0" lvl="0" indent="0" algn="l" rtl="0">
              <a:spcBef>
                <a:spcPts val="0"/>
              </a:spcBef>
              <a:spcAft>
                <a:spcPts val="0"/>
              </a:spcAft>
              <a:buNone/>
            </a:pPr>
            <a:r>
              <a:rPr lang="en"/>
              <a:t>logical approach</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90"/>
        <p:cNvGrpSpPr/>
        <p:nvPr/>
      </p:nvGrpSpPr>
      <p:grpSpPr>
        <a:xfrm>
          <a:off x="0" y="0"/>
          <a:ext cx="0" cy="0"/>
          <a:chOff x="0" y="0"/>
          <a:chExt cx="0" cy="0"/>
        </a:xfrm>
      </p:grpSpPr>
      <p:sp>
        <p:nvSpPr>
          <p:cNvPr id="1591" name="Google Shape;1591;p35"/>
          <p:cNvSpPr txBox="1">
            <a:spLocks noGrp="1"/>
          </p:cNvSpPr>
          <p:nvPr>
            <p:ph type="title"/>
          </p:nvPr>
        </p:nvSpPr>
        <p:spPr>
          <a:xfrm>
            <a:off x="713325" y="1485796"/>
            <a:ext cx="7717500" cy="217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Patterns, precision and problem-solving</a:t>
            </a:r>
            <a:endParaRPr/>
          </a:p>
        </p:txBody>
      </p:sp>
      <p:grpSp>
        <p:nvGrpSpPr>
          <p:cNvPr id="1592" name="Google Shape;1592;p35"/>
          <p:cNvGrpSpPr/>
          <p:nvPr/>
        </p:nvGrpSpPr>
        <p:grpSpPr>
          <a:xfrm flipH="1">
            <a:off x="1415537" y="932816"/>
            <a:ext cx="401329" cy="434127"/>
            <a:chOff x="8667225" y="681525"/>
            <a:chExt cx="298275" cy="322675"/>
          </a:xfrm>
        </p:grpSpPr>
        <p:sp>
          <p:nvSpPr>
            <p:cNvPr id="1593" name="Google Shape;1593;p35"/>
            <p:cNvSpPr/>
            <p:nvPr/>
          </p:nvSpPr>
          <p:spPr>
            <a:xfrm rot="10800000">
              <a:off x="8667225" y="82162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94" name="Google Shape;1594;p35"/>
            <p:cNvSpPr/>
            <p:nvPr/>
          </p:nvSpPr>
          <p:spPr>
            <a:xfrm rot="10800000">
              <a:off x="8825400" y="681525"/>
              <a:ext cx="140100" cy="1401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95" name="Google Shape;1595;p35"/>
            <p:cNvSpPr/>
            <p:nvPr/>
          </p:nvSpPr>
          <p:spPr>
            <a:xfrm rot="10800000">
              <a:off x="8869800" y="952900"/>
              <a:ext cx="51300" cy="513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596" name="Google Shape;1596;p35"/>
          <p:cNvGrpSpPr/>
          <p:nvPr/>
        </p:nvGrpSpPr>
        <p:grpSpPr>
          <a:xfrm rot="2214200" flipH="1">
            <a:off x="7044735" y="3647241"/>
            <a:ext cx="501360" cy="695474"/>
            <a:chOff x="140150" y="4340075"/>
            <a:chExt cx="406275" cy="563575"/>
          </a:xfrm>
        </p:grpSpPr>
        <p:sp>
          <p:nvSpPr>
            <p:cNvPr id="1597" name="Google Shape;1597;p35"/>
            <p:cNvSpPr/>
            <p:nvPr/>
          </p:nvSpPr>
          <p:spPr>
            <a:xfrm rot="10800000">
              <a:off x="140150" y="4340075"/>
              <a:ext cx="86700" cy="867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98" name="Google Shape;1598;p35"/>
            <p:cNvSpPr/>
            <p:nvPr/>
          </p:nvSpPr>
          <p:spPr>
            <a:xfrm rot="10800000">
              <a:off x="298325" y="4657175"/>
              <a:ext cx="140100" cy="14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99" name="Google Shape;1599;p35"/>
            <p:cNvSpPr/>
            <p:nvPr/>
          </p:nvSpPr>
          <p:spPr>
            <a:xfrm rot="10800000">
              <a:off x="495125" y="4852350"/>
              <a:ext cx="51300" cy="51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600" name="Google Shape;1600;p35"/>
            <p:cNvSpPr/>
            <p:nvPr/>
          </p:nvSpPr>
          <p:spPr>
            <a:xfrm rot="10800000">
              <a:off x="165050" y="4657175"/>
              <a:ext cx="51300" cy="513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17"/>
        <p:cNvGrpSpPr/>
        <p:nvPr/>
      </p:nvGrpSpPr>
      <p:grpSpPr>
        <a:xfrm>
          <a:off x="0" y="0"/>
          <a:ext cx="0" cy="0"/>
          <a:chOff x="0" y="0"/>
          <a:chExt cx="0" cy="0"/>
        </a:xfrm>
      </p:grpSpPr>
      <p:sp>
        <p:nvSpPr>
          <p:cNvPr id="1818" name="Google Shape;1818;p4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Conclusions</a:t>
            </a:r>
            <a:endParaRPr/>
          </a:p>
        </p:txBody>
      </p:sp>
      <p:sp>
        <p:nvSpPr>
          <p:cNvPr id="1819" name="Google Shape;1819;p45"/>
          <p:cNvSpPr txBox="1">
            <a:spLocks noGrp="1"/>
          </p:cNvSpPr>
          <p:nvPr>
            <p:ph type="subTitle" idx="1"/>
          </p:nvPr>
        </p:nvSpPr>
        <p:spPr>
          <a:xfrm>
            <a:off x="1200900" y="1706552"/>
            <a:ext cx="6742200" cy="43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Recap the main </a:t>
            </a:r>
            <a:r>
              <a:rPr lang="en" b="1"/>
              <a:t>mathematical concepts</a:t>
            </a:r>
            <a:r>
              <a:rPr lang="en"/>
              <a:t> covered during the lesson</a:t>
            </a:r>
            <a:endParaRPr/>
          </a:p>
        </p:txBody>
      </p:sp>
      <p:sp>
        <p:nvSpPr>
          <p:cNvPr id="1820" name="Google Shape;1820;p45"/>
          <p:cNvSpPr txBox="1">
            <a:spLocks noGrp="1"/>
          </p:cNvSpPr>
          <p:nvPr>
            <p:ph type="subTitle" idx="2"/>
          </p:nvPr>
        </p:nvSpPr>
        <p:spPr>
          <a:xfrm>
            <a:off x="1200900" y="2775802"/>
            <a:ext cx="6742200" cy="43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Emphasize the </a:t>
            </a:r>
            <a:r>
              <a:rPr lang="en" b="1"/>
              <a:t>practical relevance</a:t>
            </a:r>
            <a:r>
              <a:rPr lang="en"/>
              <a:t> of the concepts and skills of the lesson</a:t>
            </a:r>
            <a:endParaRPr/>
          </a:p>
        </p:txBody>
      </p:sp>
      <p:sp>
        <p:nvSpPr>
          <p:cNvPr id="1821" name="Google Shape;1821;p45"/>
          <p:cNvSpPr txBox="1">
            <a:spLocks noGrp="1"/>
          </p:cNvSpPr>
          <p:nvPr>
            <p:ph type="subTitle" idx="3"/>
          </p:nvPr>
        </p:nvSpPr>
        <p:spPr>
          <a:xfrm>
            <a:off x="1200900" y="3845049"/>
            <a:ext cx="6742200" cy="43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Provide a glimpse into the upcoming lessons for </a:t>
            </a:r>
            <a:r>
              <a:rPr lang="en" b="1"/>
              <a:t>continuity of learning</a:t>
            </a:r>
            <a:endParaRPr b="1"/>
          </a:p>
        </p:txBody>
      </p:sp>
      <p:sp>
        <p:nvSpPr>
          <p:cNvPr id="1822" name="Google Shape;1822;p45"/>
          <p:cNvSpPr txBox="1">
            <a:spLocks noGrp="1"/>
          </p:cNvSpPr>
          <p:nvPr>
            <p:ph type="subTitle" idx="4"/>
          </p:nvPr>
        </p:nvSpPr>
        <p:spPr>
          <a:xfrm>
            <a:off x="1200900" y="1243900"/>
            <a:ext cx="67422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Summarize key concepts</a:t>
            </a:r>
            <a:endParaRPr/>
          </a:p>
        </p:txBody>
      </p:sp>
      <p:sp>
        <p:nvSpPr>
          <p:cNvPr id="1823" name="Google Shape;1823;p45"/>
          <p:cNvSpPr txBox="1">
            <a:spLocks noGrp="1"/>
          </p:cNvSpPr>
          <p:nvPr>
            <p:ph type="subTitle" idx="5"/>
          </p:nvPr>
        </p:nvSpPr>
        <p:spPr>
          <a:xfrm>
            <a:off x="1200900" y="2313150"/>
            <a:ext cx="67422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Real-world applications</a:t>
            </a:r>
            <a:endParaRPr/>
          </a:p>
        </p:txBody>
      </p:sp>
      <p:sp>
        <p:nvSpPr>
          <p:cNvPr id="1824" name="Google Shape;1824;p45"/>
          <p:cNvSpPr txBox="1">
            <a:spLocks noGrp="1"/>
          </p:cNvSpPr>
          <p:nvPr>
            <p:ph type="subTitle" idx="6"/>
          </p:nvPr>
        </p:nvSpPr>
        <p:spPr>
          <a:xfrm>
            <a:off x="1200900" y="3382388"/>
            <a:ext cx="67422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Preview next steps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09"/>
        <p:cNvGrpSpPr/>
        <p:nvPr/>
      </p:nvGrpSpPr>
      <p:grpSpPr>
        <a:xfrm>
          <a:off x="0" y="0"/>
          <a:ext cx="0" cy="0"/>
          <a:chOff x="0" y="0"/>
          <a:chExt cx="0" cy="0"/>
        </a:xfrm>
      </p:grpSpPr>
      <p:pic>
        <p:nvPicPr>
          <p:cNvPr id="1810" name="Google Shape;1810;p44"/>
          <p:cNvPicPr preferRelativeResize="0"/>
          <p:nvPr/>
        </p:nvPicPr>
        <p:blipFill rotWithShape="1">
          <a:blip r:embed="rId3">
            <a:alphaModFix/>
          </a:blip>
          <a:srcRect t="2511" b="6488"/>
          <a:stretch/>
        </p:blipFill>
        <p:spPr>
          <a:xfrm>
            <a:off x="6135400" y="1603183"/>
            <a:ext cx="2483400" cy="2483400"/>
          </a:xfrm>
          <a:prstGeom prst="ellipse">
            <a:avLst/>
          </a:prstGeom>
          <a:noFill/>
          <a:ln>
            <a:noFill/>
          </a:ln>
        </p:spPr>
      </p:pic>
      <p:sp>
        <p:nvSpPr>
          <p:cNvPr id="1811" name="Google Shape;1811;p44"/>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Mathematical investigation</a:t>
            </a:r>
            <a:endParaRPr/>
          </a:p>
        </p:txBody>
      </p:sp>
      <p:sp>
        <p:nvSpPr>
          <p:cNvPr id="1812" name="Google Shape;1812;p44"/>
          <p:cNvSpPr txBox="1"/>
          <p:nvPr/>
        </p:nvSpPr>
        <p:spPr>
          <a:xfrm>
            <a:off x="713225" y="1101200"/>
            <a:ext cx="5340000" cy="912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Mulish"/>
                <a:ea typeface="Mulish"/>
                <a:cs typeface="Mulish"/>
                <a:sym typeface="Mulish"/>
              </a:rPr>
              <a:t>Students will have to</a:t>
            </a:r>
            <a:r>
              <a:rPr lang="en" b="1">
                <a:solidFill>
                  <a:schemeClr val="dk1"/>
                </a:solidFill>
                <a:latin typeface="Mulish"/>
                <a:ea typeface="Mulish"/>
                <a:cs typeface="Mulish"/>
                <a:sym typeface="Mulish"/>
              </a:rPr>
              <a:t> </a:t>
            </a:r>
            <a:r>
              <a:rPr lang="en">
                <a:solidFill>
                  <a:schemeClr val="dk1"/>
                </a:solidFill>
                <a:latin typeface="Mulish"/>
                <a:ea typeface="Mulish"/>
                <a:cs typeface="Mulish"/>
                <a:sym typeface="Mulish"/>
              </a:rPr>
              <a:t>delve into a specific mathematical concept or problem, explore it in-depth, and present their findings</a:t>
            </a:r>
            <a:endParaRPr b="1">
              <a:solidFill>
                <a:schemeClr val="dk1"/>
              </a:solidFill>
              <a:latin typeface="Mulish"/>
              <a:ea typeface="Mulish"/>
              <a:cs typeface="Mulish"/>
              <a:sym typeface="Mulish"/>
            </a:endParaRPr>
          </a:p>
        </p:txBody>
      </p:sp>
      <p:sp>
        <p:nvSpPr>
          <p:cNvPr id="1813" name="Google Shape;1813;p44"/>
          <p:cNvSpPr txBox="1"/>
          <p:nvPr/>
        </p:nvSpPr>
        <p:spPr>
          <a:xfrm>
            <a:off x="713225" y="1964830"/>
            <a:ext cx="5340000" cy="2604600"/>
          </a:xfrm>
          <a:prstGeom prst="rect">
            <a:avLst/>
          </a:prstGeom>
          <a:noFill/>
          <a:ln>
            <a:noFill/>
          </a:ln>
        </p:spPr>
        <p:txBody>
          <a:bodyPr spcFirstLastPara="1" wrap="square" lIns="91425" tIns="91425" rIns="91425" bIns="91425" anchor="t" anchorCtr="0">
            <a:noAutofit/>
          </a:bodyPr>
          <a:lstStyle/>
          <a:p>
            <a:pPr marL="274320" lvl="0" indent="-180340" algn="l" rtl="0">
              <a:lnSpc>
                <a:spcPct val="115000"/>
              </a:lnSpc>
              <a:spcBef>
                <a:spcPts val="0"/>
              </a:spcBef>
              <a:spcAft>
                <a:spcPts val="0"/>
              </a:spcAft>
              <a:buClr>
                <a:schemeClr val="dk1"/>
              </a:buClr>
              <a:buSzPts val="1400"/>
              <a:buFont typeface="Lato"/>
              <a:buAutoNum type="arabicPeriod"/>
            </a:pPr>
            <a:r>
              <a:rPr lang="en" b="1">
                <a:solidFill>
                  <a:schemeClr val="dk1"/>
                </a:solidFill>
                <a:latin typeface="Mulish"/>
                <a:ea typeface="Mulish"/>
                <a:cs typeface="Mulish"/>
                <a:sym typeface="Mulish"/>
              </a:rPr>
              <a:t>Choose a number sequence: </a:t>
            </a:r>
            <a:r>
              <a:rPr lang="en">
                <a:solidFill>
                  <a:schemeClr val="dk1"/>
                </a:solidFill>
                <a:latin typeface="Mulish"/>
                <a:ea typeface="Mulish"/>
                <a:cs typeface="Mulish"/>
                <a:sym typeface="Mulish"/>
              </a:rPr>
              <a:t>Ask each student to select a number sequence that interests them</a:t>
            </a:r>
            <a:endParaRPr>
              <a:solidFill>
                <a:schemeClr val="dk1"/>
              </a:solidFill>
              <a:latin typeface="Mulish"/>
              <a:ea typeface="Mulish"/>
              <a:cs typeface="Mulish"/>
              <a:sym typeface="Mulish"/>
            </a:endParaRPr>
          </a:p>
          <a:p>
            <a:pPr marL="274320" lvl="0" indent="-180340" algn="l" rtl="0">
              <a:lnSpc>
                <a:spcPct val="115000"/>
              </a:lnSpc>
              <a:spcBef>
                <a:spcPts val="0"/>
              </a:spcBef>
              <a:spcAft>
                <a:spcPts val="0"/>
              </a:spcAft>
              <a:buClr>
                <a:schemeClr val="dk1"/>
              </a:buClr>
              <a:buSzPts val="1400"/>
              <a:buFont typeface="Lato"/>
              <a:buAutoNum type="arabicPeriod"/>
            </a:pPr>
            <a:r>
              <a:rPr lang="en" b="1">
                <a:solidFill>
                  <a:schemeClr val="dk1"/>
                </a:solidFill>
                <a:latin typeface="Mulish"/>
                <a:ea typeface="Mulish"/>
                <a:cs typeface="Mulish"/>
                <a:sym typeface="Mulish"/>
              </a:rPr>
              <a:t>Investigate the pattern: </a:t>
            </a:r>
            <a:r>
              <a:rPr lang="en">
                <a:solidFill>
                  <a:schemeClr val="dk1"/>
                </a:solidFill>
                <a:latin typeface="Mulish"/>
                <a:ea typeface="Mulish"/>
                <a:cs typeface="Mulish"/>
                <a:sym typeface="Mulish"/>
              </a:rPr>
              <a:t>Instruct them to explore the pattern within their chosen number sequence</a:t>
            </a:r>
            <a:endParaRPr>
              <a:solidFill>
                <a:schemeClr val="dk1"/>
              </a:solidFill>
              <a:latin typeface="Mulish"/>
              <a:ea typeface="Mulish"/>
              <a:cs typeface="Mulish"/>
              <a:sym typeface="Mulish"/>
            </a:endParaRPr>
          </a:p>
          <a:p>
            <a:pPr marL="274320" lvl="0" indent="-180340" algn="l" rtl="0">
              <a:lnSpc>
                <a:spcPct val="115000"/>
              </a:lnSpc>
              <a:spcBef>
                <a:spcPts val="0"/>
              </a:spcBef>
              <a:spcAft>
                <a:spcPts val="0"/>
              </a:spcAft>
              <a:buClr>
                <a:schemeClr val="dk1"/>
              </a:buClr>
              <a:buSzPts val="1400"/>
              <a:buFont typeface="Lato"/>
              <a:buAutoNum type="arabicPeriod"/>
            </a:pPr>
            <a:r>
              <a:rPr lang="en" b="1">
                <a:solidFill>
                  <a:schemeClr val="dk1"/>
                </a:solidFill>
                <a:latin typeface="Mulish"/>
                <a:ea typeface="Mulish"/>
                <a:cs typeface="Mulish"/>
                <a:sym typeface="Mulish"/>
              </a:rPr>
              <a:t>Apply mathematical concepts: </a:t>
            </a:r>
            <a:r>
              <a:rPr lang="en">
                <a:solidFill>
                  <a:schemeClr val="dk1"/>
                </a:solidFill>
                <a:latin typeface="Mulish"/>
                <a:ea typeface="Mulish"/>
                <a:cs typeface="Mulish"/>
                <a:sym typeface="Mulish"/>
              </a:rPr>
              <a:t>They should apply relevant mathematical concepts to their investigation</a:t>
            </a:r>
            <a:endParaRPr>
              <a:solidFill>
                <a:schemeClr val="dk1"/>
              </a:solidFill>
              <a:latin typeface="Mulish"/>
              <a:ea typeface="Mulish"/>
              <a:cs typeface="Mulish"/>
              <a:sym typeface="Mulish"/>
            </a:endParaRPr>
          </a:p>
          <a:p>
            <a:pPr marL="274320" lvl="0" indent="-180340" algn="l" rtl="0">
              <a:lnSpc>
                <a:spcPct val="115000"/>
              </a:lnSpc>
              <a:spcBef>
                <a:spcPts val="0"/>
              </a:spcBef>
              <a:spcAft>
                <a:spcPts val="0"/>
              </a:spcAft>
              <a:buClr>
                <a:schemeClr val="dk1"/>
              </a:buClr>
              <a:buSzPts val="1400"/>
              <a:buFont typeface="Lato"/>
              <a:buAutoNum type="arabicPeriod"/>
            </a:pPr>
            <a:r>
              <a:rPr lang="en" b="1">
                <a:solidFill>
                  <a:schemeClr val="dk1"/>
                </a:solidFill>
                <a:latin typeface="Mulish"/>
                <a:ea typeface="Mulish"/>
                <a:cs typeface="Mulish"/>
                <a:sym typeface="Mulish"/>
              </a:rPr>
              <a:t>Solve problems: </a:t>
            </a:r>
            <a:r>
              <a:rPr lang="en">
                <a:solidFill>
                  <a:schemeClr val="dk1"/>
                </a:solidFill>
                <a:latin typeface="Mulish"/>
                <a:ea typeface="Mulish"/>
                <a:cs typeface="Mulish"/>
                <a:sym typeface="Mulish"/>
              </a:rPr>
              <a:t>They have to create and solve problems related to their chosen sequence</a:t>
            </a:r>
            <a:endParaRPr>
              <a:solidFill>
                <a:schemeClr val="dk1"/>
              </a:solidFill>
              <a:latin typeface="Mulish"/>
              <a:ea typeface="Mulish"/>
              <a:cs typeface="Mulish"/>
              <a:sym typeface="Mulish"/>
            </a:endParaRPr>
          </a:p>
          <a:p>
            <a:pPr marL="274320" lvl="0" indent="-180340" algn="l" rtl="0">
              <a:lnSpc>
                <a:spcPct val="115000"/>
              </a:lnSpc>
              <a:spcBef>
                <a:spcPts val="0"/>
              </a:spcBef>
              <a:spcAft>
                <a:spcPts val="0"/>
              </a:spcAft>
              <a:buClr>
                <a:schemeClr val="dk1"/>
              </a:buClr>
              <a:buSzPts val="1400"/>
              <a:buFont typeface="Lato"/>
              <a:buAutoNum type="arabicPeriod"/>
            </a:pPr>
            <a:r>
              <a:rPr lang="en" b="1">
                <a:solidFill>
                  <a:schemeClr val="dk1"/>
                </a:solidFill>
                <a:latin typeface="Mulish"/>
                <a:ea typeface="Mulish"/>
                <a:cs typeface="Mulish"/>
                <a:sym typeface="Mulish"/>
              </a:rPr>
              <a:t>Create a portfolio: </a:t>
            </a:r>
            <a:r>
              <a:rPr lang="en">
                <a:solidFill>
                  <a:schemeClr val="dk1"/>
                </a:solidFill>
                <a:latin typeface="Mulish"/>
                <a:ea typeface="Mulish"/>
                <a:cs typeface="Mulish"/>
                <a:sym typeface="Mulish"/>
              </a:rPr>
              <a:t>Instead of a traditional essay, ask them to compile their findings into a portfolio and present it</a:t>
            </a:r>
            <a:endParaRPr>
              <a:solidFill>
                <a:schemeClr val="dk1"/>
              </a:solidFill>
              <a:latin typeface="Mulish"/>
              <a:ea typeface="Mulish"/>
              <a:cs typeface="Mulish"/>
              <a:sym typeface="Mulish"/>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Google Shape;1829;p46">
            <a:extLst>
              <a:ext uri="{FF2B5EF4-FFF2-40B4-BE49-F238E27FC236}">
                <a16:creationId xmlns:a16="http://schemas.microsoft.com/office/drawing/2014/main" id="{6439FFD4-9250-AB01-4AF7-1CFBE0E6BF20}"/>
              </a:ext>
            </a:extLst>
          </p:cNvPr>
          <p:cNvSpPr txBox="1">
            <a:spLocks noGrp="1"/>
          </p:cNvSpPr>
          <p:nvPr>
            <p:ph type="title"/>
          </p:nvPr>
        </p:nvSpPr>
        <p:spPr>
          <a:xfrm>
            <a:off x="2347938" y="564625"/>
            <a:ext cx="4448100" cy="105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Thanks!</a:t>
            </a:r>
            <a:endParaRPr dirty="0"/>
          </a:p>
        </p:txBody>
      </p:sp>
      <p:sp>
        <p:nvSpPr>
          <p:cNvPr id="15" name="Google Shape;1830;p46">
            <a:extLst>
              <a:ext uri="{FF2B5EF4-FFF2-40B4-BE49-F238E27FC236}">
                <a16:creationId xmlns:a16="http://schemas.microsoft.com/office/drawing/2014/main" id="{FAEEA716-3E0C-9297-FD6D-F1FCD3E0D35D}"/>
              </a:ext>
            </a:extLst>
          </p:cNvPr>
          <p:cNvSpPr txBox="1">
            <a:spLocks noGrp="1"/>
          </p:cNvSpPr>
          <p:nvPr>
            <p:ph type="subTitle" idx="1"/>
          </p:nvPr>
        </p:nvSpPr>
        <p:spPr>
          <a:xfrm>
            <a:off x="2347900" y="1652350"/>
            <a:ext cx="4448100" cy="1058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000" b="1" dirty="0"/>
              <a:t>Do you have any questions?</a:t>
            </a:r>
            <a:endParaRPr sz="2000" b="1" dirty="0"/>
          </a:p>
          <a:p>
            <a:pPr marL="0" lvl="0" indent="0" algn="ctr" rtl="0">
              <a:spcBef>
                <a:spcPts val="0"/>
              </a:spcBef>
              <a:spcAft>
                <a:spcPts val="0"/>
              </a:spcAft>
              <a:buNone/>
            </a:pPr>
            <a:r>
              <a:rPr lang="en-US" dirty="0"/>
              <a:t>daniel.h.paiva@ulife.com.br</a:t>
            </a:r>
            <a:endParaRPr dirty="0"/>
          </a:p>
        </p:txBody>
      </p:sp>
    </p:spTree>
    <p:extLst>
      <p:ext uri="{BB962C8B-B14F-4D97-AF65-F5344CB8AC3E}">
        <p14:creationId xmlns:p14="http://schemas.microsoft.com/office/powerpoint/2010/main" val="1389718681"/>
      </p:ext>
    </p:extLst>
  </p:cSld>
  <p:clrMapOvr>
    <a:masterClrMapping/>
  </p:clrMapOvr>
</p:sld>
</file>

<file path=ppt/theme/theme1.xml><?xml version="1.0" encoding="utf-8"?>
<a:theme xmlns:a="http://schemas.openxmlformats.org/drawingml/2006/main" name="Discrete Mathematics: Graph Theory and Networks - 12th Grade by Slidesgo">
  <a:themeElements>
    <a:clrScheme name="Simple Light">
      <a:dk1>
        <a:srgbClr val="1A1A1A"/>
      </a:dk1>
      <a:lt1>
        <a:srgbClr val="FEFDFA"/>
      </a:lt1>
      <a:dk2>
        <a:srgbClr val="434343"/>
      </a:dk2>
      <a:lt2>
        <a:srgbClr val="FF2E20"/>
      </a:lt2>
      <a:accent1>
        <a:srgbClr val="FFD966"/>
      </a:accent1>
      <a:accent2>
        <a:srgbClr val="86CF64"/>
      </a:accent2>
      <a:accent3>
        <a:srgbClr val="04B4D8"/>
      </a:accent3>
      <a:accent4>
        <a:srgbClr val="FFFFFF"/>
      </a:accent4>
      <a:accent5>
        <a:srgbClr val="FFFFFF"/>
      </a:accent5>
      <a:accent6>
        <a:srgbClr val="FFFFFF"/>
      </a:accent6>
      <a:hlink>
        <a:srgbClr val="1A1A1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376</Words>
  <Application>Microsoft Office PowerPoint</Application>
  <PresentationFormat>Apresentação na tela (16:9)</PresentationFormat>
  <Paragraphs>47</Paragraphs>
  <Slides>9</Slides>
  <Notes>8</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9</vt:i4>
      </vt:variant>
    </vt:vector>
  </HeadingPairs>
  <TitlesOfParts>
    <vt:vector size="16" baseType="lpstr">
      <vt:lpstr>Albert Sans</vt:lpstr>
      <vt:lpstr>Anaheim</vt:lpstr>
      <vt:lpstr>Arial</vt:lpstr>
      <vt:lpstr>DM Sans</vt:lpstr>
      <vt:lpstr>Lato</vt:lpstr>
      <vt:lpstr>Mulish</vt:lpstr>
      <vt:lpstr>Discrete Mathematics: Graph Theory and Networks - 12th Grade by Slidesgo</vt:lpstr>
      <vt:lpstr>Matemática Computacional</vt:lpstr>
      <vt:lpstr>01</vt:lpstr>
      <vt:lpstr>Introduction</vt:lpstr>
      <vt:lpstr>Problem-solving strategies</vt:lpstr>
      <vt:lpstr>Analytical thinking</vt:lpstr>
      <vt:lpstr>Patterns, precision and problem-solving</vt:lpstr>
      <vt:lpstr>Conclusions</vt:lpstr>
      <vt:lpstr>Mathematical investigation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paiva</cp:lastModifiedBy>
  <cp:revision>4</cp:revision>
  <dcterms:modified xsi:type="dcterms:W3CDTF">2026-07-05T19:09:39Z</dcterms:modified>
</cp:coreProperties>
</file>