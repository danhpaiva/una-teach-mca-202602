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256" r:id="rId5"/>
    <p:sldId id="278" r:id="rId6"/>
    <p:sldId id="279" r:id="rId7"/>
    <p:sldId id="295" r:id="rId8"/>
    <p:sldId id="296" r:id="rId9"/>
    <p:sldId id="297" r:id="rId10"/>
    <p:sldId id="291" r:id="rId11"/>
    <p:sldId id="294" r:id="rId12"/>
  </p:sldIdLst>
  <p:sldSz cx="12192000" cy="6858000"/>
  <p:notesSz cx="6858000" cy="9144000"/>
  <p:defaultTextStyle>
    <a:defPPr rtl="0">
      <a:defRPr lang="pt-br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99" d="100"/>
          <a:sy n="99" d="100"/>
        </p:scale>
        <p:origin x="3570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 noProof="1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07777D35-62E0-4ADA-A544-0FF8CE93EFA3}" type="datetime1">
              <a:rPr lang="pt-BR" noProof="1" smtClean="0"/>
              <a:t>10/07/2026</a:t>
            </a:fld>
            <a:endParaRPr lang="pt-BR" noProof="1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 noProof="1"/>
          </a:p>
        </p:txBody>
      </p:sp>
      <p:sp>
        <p:nvSpPr>
          <p:cNvPr id="5" name="Espaço Reservado para o Número do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FB53ADFC-ABB8-401A-BB24-33FDAFEDCEBD}" type="slidenum">
              <a:rPr lang="pt-BR" noProof="1" dirty="0" smtClean="0"/>
              <a:t>‹nº›</a:t>
            </a:fld>
            <a:endParaRPr lang="pt-BR" noProof="1"/>
          </a:p>
        </p:txBody>
      </p:sp>
    </p:spTree>
    <p:extLst>
      <p:ext uri="{BB962C8B-B14F-4D97-AF65-F5344CB8AC3E}">
        <p14:creationId xmlns:p14="http://schemas.microsoft.com/office/powerpoint/2010/main" val="273324930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 noProof="1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90F727BD-530A-46F6-89AA-0169182CFF12}" type="datetime1">
              <a:rPr lang="pt-BR" noProof="1" smtClean="0"/>
              <a:t>10/07/2026</a:t>
            </a:fld>
            <a:endParaRPr lang="pt-BR" noProof="1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t-BR" noProof="1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 noProof="1"/>
              <a:t>Clique para editar o texto Mestre</a:t>
            </a:r>
          </a:p>
          <a:p>
            <a:pPr lvl="1" rtl="0"/>
            <a:r>
              <a:rPr lang="pt-BR" noProof="1"/>
              <a:t>Segundo nível</a:t>
            </a:r>
          </a:p>
          <a:p>
            <a:pPr lvl="2" rtl="0"/>
            <a:r>
              <a:rPr lang="pt-BR" noProof="1"/>
              <a:t>Terceiro nível</a:t>
            </a:r>
          </a:p>
          <a:p>
            <a:pPr lvl="3" rtl="0"/>
            <a:r>
              <a:rPr lang="pt-BR" noProof="1"/>
              <a:t>Quarto nível</a:t>
            </a:r>
          </a:p>
          <a:p>
            <a:pPr lvl="4" rtl="0"/>
            <a:r>
              <a:rPr lang="pt-BR" noProof="1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 noProof="1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B725628-3A68-42F4-BA86-981817953149}" type="slidenum">
              <a:rPr lang="pt-BR" noProof="1" dirty="0" smtClean="0"/>
              <a:t>‹nº›</a:t>
            </a:fld>
            <a:endParaRPr lang="pt-BR" noProof="1"/>
          </a:p>
        </p:txBody>
      </p:sp>
    </p:spTree>
    <p:extLst>
      <p:ext uri="{BB962C8B-B14F-4D97-AF65-F5344CB8AC3E}">
        <p14:creationId xmlns:p14="http://schemas.microsoft.com/office/powerpoint/2010/main" val="64925861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 noProof="1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4B725628-3A68-42F4-BA86-981817953149}" type="slidenum">
              <a:rPr lang="pt-BR" noProof="1" smtClean="0"/>
              <a:t>1</a:t>
            </a:fld>
            <a:endParaRPr lang="pt-BR" noProof="1"/>
          </a:p>
        </p:txBody>
      </p:sp>
    </p:spTree>
    <p:extLst>
      <p:ext uri="{BB962C8B-B14F-4D97-AF65-F5344CB8AC3E}">
        <p14:creationId xmlns:p14="http://schemas.microsoft.com/office/powerpoint/2010/main" val="38592577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457200" y="4960137"/>
            <a:ext cx="7772400" cy="1463040"/>
          </a:xfrm>
        </p:spPr>
        <p:txBody>
          <a:bodyPr rtlCol="0" anchor="ctr">
            <a:normAutofit/>
          </a:bodyPr>
          <a:lstStyle>
            <a:lvl1pPr algn="r">
              <a:defRPr sz="5000" spc="200" baseline="0"/>
            </a:lvl1pPr>
          </a:lstStyle>
          <a:p>
            <a:pPr rtl="0"/>
            <a:r>
              <a:rPr lang="pt-BR" noProof="1"/>
              <a:t>Clique para editar o estilo de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rtlCol="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pPr rtl="0"/>
            <a:r>
              <a:rPr lang="pt-BR" noProof="1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algn="l">
              <a:defRPr/>
            </a:lvl1pPr>
          </a:lstStyle>
          <a:p>
            <a:pPr rtl="0"/>
            <a:fld id="{58BA592B-0EA4-40D4-A1E4-71971A215A20}" type="datetime1">
              <a:rPr lang="pt-BR" noProof="1" smtClean="0"/>
              <a:t>10/07/2026</a:t>
            </a:fld>
            <a:endParaRPr lang="pt-BR" noProof="1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1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pt-BR" noProof="1" dirty="0" smtClean="0"/>
              <a:t>‹nº›</a:t>
            </a:fld>
            <a:endParaRPr lang="pt-BR" noProof="1"/>
          </a:p>
        </p:txBody>
      </p:sp>
      <p:cxnSp>
        <p:nvCxnSpPr>
          <p:cNvPr id="8" name="Conector Reto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pt-BR" noProof="1"/>
              <a:t>Clique para editar o estilo de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 hasCustomPrompt="1"/>
          </p:nvPr>
        </p:nvSpPr>
        <p:spPr/>
        <p:txBody>
          <a:bodyPr rtlCol="0"/>
          <a:lstStyle/>
          <a:p>
            <a:pPr lvl="0" rtl="0"/>
            <a:r>
              <a:rPr lang="pt-BR" noProof="1"/>
              <a:t>Clique para editar o texto Mestre</a:t>
            </a:r>
          </a:p>
          <a:p>
            <a:pPr lvl="1" rtl="0"/>
            <a:r>
              <a:rPr lang="pt-BR" noProof="1"/>
              <a:t>Segundo nível</a:t>
            </a:r>
          </a:p>
          <a:p>
            <a:pPr lvl="2" rtl="0"/>
            <a:r>
              <a:rPr lang="pt-BR" noProof="1"/>
              <a:t>Terceiro nível</a:t>
            </a:r>
          </a:p>
          <a:p>
            <a:pPr lvl="3" rtl="0"/>
            <a:r>
              <a:rPr lang="pt-BR" noProof="1"/>
              <a:t>Quarto nível</a:t>
            </a:r>
          </a:p>
          <a:p>
            <a:pPr lvl="4" rtl="0"/>
            <a:r>
              <a:rPr lang="pt-BR" noProof="1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1AEA189-6A12-46BC-8D40-4AE493F46DA7}" type="datetime1">
              <a:rPr lang="pt-BR" noProof="1" smtClean="0"/>
              <a:t>10/07/2026</a:t>
            </a:fld>
            <a:endParaRPr lang="pt-BR" noProof="1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1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pt-BR" noProof="1" dirty="0" smtClean="0"/>
              <a:t>‹nº›</a:t>
            </a:fld>
            <a:endParaRPr lang="pt-BR" noProof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457200" y="4960137"/>
            <a:ext cx="7772400" cy="1463040"/>
          </a:xfrm>
        </p:spPr>
        <p:txBody>
          <a:bodyPr rtlCol="0" anchor="ctr">
            <a:normAutofit/>
          </a:bodyPr>
          <a:lstStyle>
            <a:lvl1pPr algn="r">
              <a:defRPr sz="5000" b="0" spc="200" baseline="0"/>
            </a:lvl1pPr>
          </a:lstStyle>
          <a:p>
            <a:pPr rtl="0"/>
            <a:r>
              <a:rPr lang="pt-BR" noProof="1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 hasCustomPrompt="1"/>
          </p:nvPr>
        </p:nvSpPr>
        <p:spPr>
          <a:xfrm>
            <a:off x="8610600" y="4960137"/>
            <a:ext cx="3200400" cy="1463040"/>
          </a:xfrm>
        </p:spPr>
        <p:txBody>
          <a:bodyPr lIns="91440" rIns="91440" rtlCol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 noProof="1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49CDA04-3929-4D47-933D-1E3D28969575}" type="datetime1">
              <a:rPr lang="pt-BR" noProof="1" smtClean="0"/>
              <a:t>10/07/2026</a:t>
            </a:fld>
            <a:endParaRPr lang="pt-BR" noProof="1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1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pt-BR" noProof="1" dirty="0" smtClean="0"/>
              <a:t>‹nº›</a:t>
            </a:fld>
            <a:endParaRPr lang="pt-BR" noProof="1"/>
          </a:p>
        </p:txBody>
      </p:sp>
      <p:cxnSp>
        <p:nvCxnSpPr>
          <p:cNvPr id="8" name="Conector Reto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is Conteú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1024128" y="585216"/>
            <a:ext cx="9720072" cy="1499616"/>
          </a:xfrm>
        </p:spPr>
        <p:txBody>
          <a:bodyPr rtlCol="0"/>
          <a:lstStyle/>
          <a:p>
            <a:pPr rtl="0"/>
            <a:r>
              <a:rPr lang="pt-BR" noProof="1"/>
              <a:t>Clique para editar o estilo de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 hasCustomPrompt="1"/>
          </p:nvPr>
        </p:nvSpPr>
        <p:spPr>
          <a:xfrm>
            <a:off x="1024127" y="2286000"/>
            <a:ext cx="4754880" cy="4023360"/>
          </a:xfrm>
        </p:spPr>
        <p:txBody>
          <a:bodyPr rtlCol="0"/>
          <a:lstStyle/>
          <a:p>
            <a:pPr lvl="0" rtl="0"/>
            <a:r>
              <a:rPr lang="pt-BR" noProof="1"/>
              <a:t>Clique para editar o texto Mestre</a:t>
            </a:r>
          </a:p>
          <a:p>
            <a:pPr lvl="1" rtl="0"/>
            <a:r>
              <a:rPr lang="pt-BR" noProof="1"/>
              <a:t>Segundo nível</a:t>
            </a:r>
          </a:p>
          <a:p>
            <a:pPr lvl="2" rtl="0"/>
            <a:r>
              <a:rPr lang="pt-BR" noProof="1"/>
              <a:t>Terceiro nível</a:t>
            </a:r>
          </a:p>
          <a:p>
            <a:pPr lvl="3" rtl="0"/>
            <a:r>
              <a:rPr lang="pt-BR" noProof="1"/>
              <a:t>Quarto nível</a:t>
            </a:r>
          </a:p>
          <a:p>
            <a:pPr lvl="4" rtl="0"/>
            <a:r>
              <a:rPr lang="pt-BR" noProof="1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 hasCustomPrompt="1"/>
          </p:nvPr>
        </p:nvSpPr>
        <p:spPr>
          <a:xfrm>
            <a:off x="5989320" y="2286000"/>
            <a:ext cx="4754880" cy="4023360"/>
          </a:xfrm>
        </p:spPr>
        <p:txBody>
          <a:bodyPr rtlCol="0"/>
          <a:lstStyle/>
          <a:p>
            <a:pPr lvl="0" rtl="0"/>
            <a:r>
              <a:rPr lang="pt-BR" noProof="1"/>
              <a:t>Clique para editar o texto Mestre</a:t>
            </a:r>
          </a:p>
          <a:p>
            <a:pPr lvl="1" rtl="0"/>
            <a:r>
              <a:rPr lang="pt-BR" noProof="1"/>
              <a:t>Segundo nível</a:t>
            </a:r>
          </a:p>
          <a:p>
            <a:pPr lvl="2" rtl="0"/>
            <a:r>
              <a:rPr lang="pt-BR" noProof="1"/>
              <a:t>Terceiro nível</a:t>
            </a:r>
          </a:p>
          <a:p>
            <a:pPr lvl="3" rtl="0"/>
            <a:r>
              <a:rPr lang="pt-BR" noProof="1"/>
              <a:t>Quarto nível</a:t>
            </a:r>
          </a:p>
          <a:p>
            <a:pPr lvl="4" rtl="0"/>
            <a:r>
              <a:rPr lang="pt-BR" noProof="1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77F04DB-A7C8-4A03-A390-FF466E07A079}" type="datetime1">
              <a:rPr lang="pt-BR" noProof="1" smtClean="0"/>
              <a:t>10/07/2026</a:t>
            </a:fld>
            <a:endParaRPr lang="pt-BR" noProof="1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1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pt-BR" noProof="1" dirty="0" smtClean="0"/>
              <a:t>‹nº›</a:t>
            </a:fld>
            <a:endParaRPr lang="pt-BR" noProof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1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 hasCustomPrompt="1"/>
          </p:nvPr>
        </p:nvSpPr>
        <p:spPr>
          <a:xfrm>
            <a:off x="1024128" y="2179636"/>
            <a:ext cx="4754880" cy="822960"/>
          </a:xfrm>
        </p:spPr>
        <p:txBody>
          <a:bodyPr lIns="137160" rIns="137160" rtlCol="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1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 hasCustomPrompt="1"/>
          </p:nvPr>
        </p:nvSpPr>
        <p:spPr>
          <a:xfrm>
            <a:off x="1024128" y="2967788"/>
            <a:ext cx="4754880" cy="3341572"/>
          </a:xfrm>
        </p:spPr>
        <p:txBody>
          <a:bodyPr rtlCol="0"/>
          <a:lstStyle/>
          <a:p>
            <a:pPr lvl="0" rtl="0"/>
            <a:r>
              <a:rPr lang="pt-BR" noProof="1"/>
              <a:t>Clique para editar o texto Mestre</a:t>
            </a:r>
          </a:p>
          <a:p>
            <a:pPr lvl="1" rtl="0"/>
            <a:r>
              <a:rPr lang="pt-BR" noProof="1"/>
              <a:t>Segundo nível</a:t>
            </a:r>
          </a:p>
          <a:p>
            <a:pPr lvl="2" rtl="0"/>
            <a:r>
              <a:rPr lang="pt-BR" noProof="1"/>
              <a:t>Terceiro nível</a:t>
            </a:r>
          </a:p>
          <a:p>
            <a:pPr lvl="3" rtl="0"/>
            <a:r>
              <a:rPr lang="pt-BR" noProof="1"/>
              <a:t>Quarto nível</a:t>
            </a:r>
          </a:p>
          <a:p>
            <a:pPr lvl="4" rtl="0"/>
            <a:r>
              <a:rPr lang="pt-BR" noProof="1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 hasCustomPrompt="1"/>
          </p:nvPr>
        </p:nvSpPr>
        <p:spPr>
          <a:xfrm>
            <a:off x="5990888" y="2179636"/>
            <a:ext cx="4754880" cy="822960"/>
          </a:xfrm>
        </p:spPr>
        <p:txBody>
          <a:bodyPr lIns="137160" rIns="137160" rtlCol="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pt-BR" noProof="1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 hasCustomPrompt="1"/>
          </p:nvPr>
        </p:nvSpPr>
        <p:spPr>
          <a:xfrm>
            <a:off x="5990888" y="2967788"/>
            <a:ext cx="4754880" cy="3341572"/>
          </a:xfrm>
        </p:spPr>
        <p:txBody>
          <a:bodyPr rtlCol="0"/>
          <a:lstStyle/>
          <a:p>
            <a:pPr lvl="0" rtl="0"/>
            <a:r>
              <a:rPr lang="pt-BR" noProof="1"/>
              <a:t>Clique para editar o texto Mestre</a:t>
            </a:r>
          </a:p>
          <a:p>
            <a:pPr lvl="1" rtl="0"/>
            <a:r>
              <a:rPr lang="pt-BR" noProof="1"/>
              <a:t>Segundo nível</a:t>
            </a:r>
          </a:p>
          <a:p>
            <a:pPr lvl="2" rtl="0"/>
            <a:r>
              <a:rPr lang="pt-BR" noProof="1"/>
              <a:t>Terceiro nível</a:t>
            </a:r>
          </a:p>
          <a:p>
            <a:pPr lvl="3" rtl="0"/>
            <a:r>
              <a:rPr lang="pt-BR" noProof="1"/>
              <a:t>Quarto nível</a:t>
            </a:r>
          </a:p>
          <a:p>
            <a:pPr lvl="4" rtl="0"/>
            <a:r>
              <a:rPr lang="pt-BR" noProof="1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4B593EC-2F08-44C6-ABE6-DDD998346E60}" type="datetime1">
              <a:rPr lang="pt-BR" noProof="1" smtClean="0"/>
              <a:t>10/07/2026</a:t>
            </a:fld>
            <a:endParaRPr lang="pt-BR" noProof="1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1"/>
          </a:p>
        </p:txBody>
      </p:sp>
      <p:sp>
        <p:nvSpPr>
          <p:cNvPr id="9" name="Espaço Reservado para o Número do Slid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pt-BR" noProof="1" dirty="0" smtClean="0"/>
              <a:t>‹nº›</a:t>
            </a:fld>
            <a:endParaRPr lang="pt-BR" noProof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pt-BR" noProof="1"/>
              <a:t>Clique para editar o estilo de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25D5DED-087C-4044-A01E-71A37BA13494}" type="datetime1">
              <a:rPr lang="pt-BR" noProof="1" smtClean="0"/>
              <a:t>10/07/2026</a:t>
            </a:fld>
            <a:endParaRPr lang="pt-BR" noProof="1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1"/>
          </a:p>
        </p:txBody>
      </p:sp>
      <p:sp>
        <p:nvSpPr>
          <p:cNvPr id="5" name="Espaço Reservado para o Número do Slid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pt-BR" noProof="1" dirty="0" smtClean="0"/>
              <a:t>‹nº›</a:t>
            </a:fld>
            <a:endParaRPr lang="pt-BR" noProof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08423E9-1DB6-4230-88B5-F7BE0B79B8DA}" type="datetime1">
              <a:rPr lang="pt-BR" noProof="1" smtClean="0"/>
              <a:t>10/07/2026</a:t>
            </a:fld>
            <a:endParaRPr lang="pt-BR" noProof="1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1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pt-BR" noProof="1" dirty="0" smtClean="0"/>
              <a:t>‹nº›</a:t>
            </a:fld>
            <a:endParaRPr lang="pt-BR" noProof="1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 rtlCol="0"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pPr rtl="0"/>
            <a:r>
              <a:rPr lang="pt-BR" noProof="1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 hasCustomPrompt="1"/>
          </p:nvPr>
        </p:nvSpPr>
        <p:spPr>
          <a:xfrm>
            <a:off x="5715000" y="822960"/>
            <a:ext cx="5678424" cy="5184648"/>
          </a:xfrm>
        </p:spPr>
        <p:txBody>
          <a:bodyPr rtlCol="0"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pt-BR" noProof="1"/>
              <a:t>Clique para editar o texto Mestre</a:t>
            </a:r>
          </a:p>
          <a:p>
            <a:pPr lvl="1" rtl="0"/>
            <a:r>
              <a:rPr lang="pt-BR" noProof="1"/>
              <a:t>Segundo nível</a:t>
            </a:r>
          </a:p>
          <a:p>
            <a:pPr lvl="2" rtl="0"/>
            <a:r>
              <a:rPr lang="pt-BR" noProof="1"/>
              <a:t>Terceiro nível</a:t>
            </a:r>
          </a:p>
          <a:p>
            <a:pPr lvl="3" rtl="0"/>
            <a:r>
              <a:rPr lang="pt-BR" noProof="1"/>
              <a:t>Quarto nível</a:t>
            </a:r>
          </a:p>
          <a:p>
            <a:pPr lvl="4" rtl="0"/>
            <a:r>
              <a:rPr lang="pt-BR" noProof="1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1024128" y="2257506"/>
            <a:ext cx="4389120" cy="3762294"/>
          </a:xfrm>
        </p:spPr>
        <p:txBody>
          <a:bodyPr lIns="91440" rIns="91440" rtlCol="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1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8E18BF6-C54B-4774-B74E-64B13634CEBD}" type="datetime1">
              <a:rPr lang="pt-BR" noProof="1" smtClean="0"/>
              <a:t>10/07/2026</a:t>
            </a:fld>
            <a:endParaRPr lang="pt-BR" noProof="1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1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pt-BR" noProof="1" dirty="0" smtClean="0"/>
              <a:t>‹nº›</a:t>
            </a:fld>
            <a:endParaRPr lang="pt-BR" noProof="1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457200" y="4960138"/>
            <a:ext cx="7772400" cy="1463040"/>
          </a:xfrm>
        </p:spPr>
        <p:txBody>
          <a:bodyPr rtlCol="0" anchor="ctr">
            <a:normAutofit/>
          </a:bodyPr>
          <a:lstStyle>
            <a:lvl1pPr algn="r">
              <a:defRPr sz="5000" spc="200" baseline="0"/>
            </a:lvl1pPr>
          </a:lstStyle>
          <a:p>
            <a:pPr rtl="0"/>
            <a:r>
              <a:rPr lang="pt-BR" noProof="1"/>
              <a:t>Clique para editar o estilo de título Mestre</a:t>
            </a:r>
          </a:p>
        </p:txBody>
      </p:sp>
      <p:sp>
        <p:nvSpPr>
          <p:cNvPr id="3" name="Espaço Reservado para Imagem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pt-BR" noProof="1"/>
              <a:t>Clique no ícone para adicionar uma imagem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8610600" y="4960138"/>
            <a:ext cx="3200400" cy="1463040"/>
          </a:xfrm>
        </p:spPr>
        <p:txBody>
          <a:bodyPr lIns="91440" rIns="91440" rtlCol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t-BR" noProof="1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366459E-9F7E-4AD8-ABE1-A057363D4744}" type="datetime1">
              <a:rPr lang="pt-BR" noProof="1" smtClean="0"/>
              <a:t>10/07/2026</a:t>
            </a:fld>
            <a:endParaRPr lang="pt-BR" noProof="1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1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67E5644-1E61-4311-A31E-84CB9C7AA8A9}" type="slidenum">
              <a:rPr lang="pt-BR" noProof="1" dirty="0" smtClean="0"/>
              <a:t>‹nº›</a:t>
            </a:fld>
            <a:endParaRPr lang="pt-BR" noProof="1"/>
          </a:p>
        </p:txBody>
      </p:sp>
      <p:cxnSp>
        <p:nvCxnSpPr>
          <p:cNvPr id="8" name="Conector Reto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pt-BR" noProof="1"/>
              <a:t>Clique para editar o estilo de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/>
          <a:lstStyle/>
          <a:p>
            <a:pPr lvl="0" rtl="0"/>
            <a:r>
              <a:rPr lang="pt-BR" noProof="1"/>
              <a:t>Clique para editar o texto Mestre</a:t>
            </a:r>
          </a:p>
          <a:p>
            <a:pPr lvl="1" rtl="0"/>
            <a:r>
              <a:rPr lang="pt-BR" noProof="1"/>
              <a:t>Segundo nível</a:t>
            </a:r>
          </a:p>
          <a:p>
            <a:pPr lvl="2" rtl="0"/>
            <a:r>
              <a:rPr lang="pt-BR" noProof="1"/>
              <a:t>Terceiro nível</a:t>
            </a:r>
          </a:p>
          <a:p>
            <a:pPr lvl="3" rtl="0"/>
            <a:r>
              <a:rPr lang="pt-BR" noProof="1"/>
              <a:t>Quarto nível</a:t>
            </a:r>
          </a:p>
          <a:p>
            <a:pPr lvl="4" rtl="0"/>
            <a:r>
              <a:rPr lang="pt-BR" noProof="1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5D014EE-1076-4685-AE78-7B1C143CD568}" type="datetime1">
              <a:rPr lang="pt-BR" noProof="1" smtClean="0"/>
              <a:t>10/07/2026</a:t>
            </a:fld>
            <a:endParaRPr lang="pt-BR" noProof="1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1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pt-BR" noProof="1" dirty="0" smtClean="0"/>
              <a:t>‹nº›</a:t>
            </a:fld>
            <a:endParaRPr lang="pt-BR" noProof="1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 hasCustomPrompt="1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 rtlCol="0"/>
          <a:lstStyle/>
          <a:p>
            <a:pPr rtl="0"/>
            <a:r>
              <a:rPr lang="pt-BR" noProof="1"/>
              <a:t>Clique para editar o estilo de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990601" y="762000"/>
            <a:ext cx="7581900" cy="5410200"/>
          </a:xfrm>
        </p:spPr>
        <p:txBody>
          <a:bodyPr vert="eaVert" rtlCol="0"/>
          <a:lstStyle/>
          <a:p>
            <a:pPr lvl="0" rtl="0"/>
            <a:r>
              <a:rPr lang="pt-BR" noProof="1"/>
              <a:t>Clique para editar o texto Mestre</a:t>
            </a:r>
          </a:p>
          <a:p>
            <a:pPr lvl="1" rtl="0"/>
            <a:r>
              <a:rPr lang="pt-BR" noProof="1"/>
              <a:t>Segundo nível</a:t>
            </a:r>
          </a:p>
          <a:p>
            <a:pPr lvl="2" rtl="0"/>
            <a:r>
              <a:rPr lang="pt-BR" noProof="1"/>
              <a:t>Terceiro nível</a:t>
            </a:r>
          </a:p>
          <a:p>
            <a:pPr lvl="3" rtl="0"/>
            <a:r>
              <a:rPr lang="pt-BR" noProof="1"/>
              <a:t>Quarto nível</a:t>
            </a:r>
          </a:p>
          <a:p>
            <a:pPr lvl="4" rtl="0"/>
            <a:r>
              <a:rPr lang="pt-BR" noProof="1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7238825-B43B-4B14-B624-1C85BDF721B5}" type="datetime1">
              <a:rPr lang="pt-BR" noProof="1" smtClean="0"/>
              <a:t>10/07/2026</a:t>
            </a:fld>
            <a:endParaRPr lang="pt-BR" noProof="1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1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pt-BR" noProof="1" dirty="0" smtClean="0"/>
              <a:t>‹nº›</a:t>
            </a:fld>
            <a:endParaRPr lang="pt-BR" noProof="1"/>
          </a:p>
        </p:txBody>
      </p:sp>
      <p:cxnSp>
        <p:nvCxnSpPr>
          <p:cNvPr id="7" name="Conector reto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pt-BR" noProof="1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 rtl="0"/>
            <a:r>
              <a:rPr lang="pt-BR" noProof="1"/>
              <a:t>Clique para editar o texto Mestre</a:t>
            </a:r>
          </a:p>
          <a:p>
            <a:pPr lvl="1" rtl="0"/>
            <a:r>
              <a:rPr lang="pt-BR" noProof="1"/>
              <a:t>Segundo nível</a:t>
            </a:r>
          </a:p>
          <a:p>
            <a:pPr lvl="2" rtl="0"/>
            <a:r>
              <a:rPr lang="pt-BR" noProof="1"/>
              <a:t>Terceiro nível</a:t>
            </a:r>
          </a:p>
          <a:p>
            <a:pPr lvl="3" rtl="0"/>
            <a:r>
              <a:rPr lang="pt-BR" noProof="1"/>
              <a:t>Quarto nível</a:t>
            </a:r>
          </a:p>
          <a:p>
            <a:pPr lvl="4" rtl="0"/>
            <a:r>
              <a:rPr lang="pt-BR" noProof="1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fld id="{8071EC9B-CAF5-4D8C-962A-CE3A64DB1FC2}" type="datetime1">
              <a:rPr lang="pt-BR" noProof="1" smtClean="0"/>
              <a:t>10/07/2026</a:t>
            </a:fld>
            <a:endParaRPr lang="pt-BR" noProof="1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endParaRPr lang="pt-BR" noProof="1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fld id="{4FAB73BC-B049-4115-A692-8D63A059BFB8}" type="slidenum">
              <a:rPr lang="pt-BR" noProof="1" dirty="0" smtClean="0"/>
              <a:pPr rtl="0"/>
              <a:t>‹nº›</a:t>
            </a:fld>
            <a:endParaRPr lang="pt-BR" noProof="1"/>
          </a:p>
        </p:txBody>
      </p:sp>
      <p:cxnSp>
        <p:nvCxnSpPr>
          <p:cNvPr id="7" name="Conector reto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ython.org/downloads/windows/" TargetMode="External"/><Relationship Id="rId2" Type="http://schemas.openxmlformats.org/officeDocument/2006/relationships/hyperlink" Target="https://www.python.org/downloads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hyperlink" Target="mailto:daniel.h.paiva@ulife.com.br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tângulo 18">
            <a:extLst>
              <a:ext uri="{FF2B5EF4-FFF2-40B4-BE49-F238E27FC236}">
                <a16:creationId xmlns:a16="http://schemas.microsoft.com/office/drawing/2014/main" id="{2FDF0794-1B86-42B2-B8C7-F60123E63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74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1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30BD1B1-AA22-48F1-B3ED-579CD28460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2444" b="-1"/>
          <a:stretch/>
        </p:blipFill>
        <p:spPr>
          <a:xfrm>
            <a:off x="20" y="975"/>
            <a:ext cx="12191980" cy="6858000"/>
          </a:xfrm>
          <a:prstGeom prst="rect">
            <a:avLst/>
          </a:prstGeom>
        </p:spPr>
      </p:pic>
      <p:sp>
        <p:nvSpPr>
          <p:cNvPr id="21" name="Retângulo 20">
            <a:extLst>
              <a:ext uri="{FF2B5EF4-FFF2-40B4-BE49-F238E27FC236}">
                <a16:creationId xmlns:a16="http://schemas.microsoft.com/office/drawing/2014/main" id="{EAA48FC5-3C83-4F1B-BC33-DF0B588F8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96786" y="3064931"/>
            <a:ext cx="8295215" cy="2488568"/>
          </a:xfrm>
          <a:prstGeom prst="rect">
            <a:avLst/>
          </a:prstGeom>
          <a:solidFill>
            <a:srgbClr val="000001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1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E3D84FB-5D02-47D2-98FD-4F01A02E2A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09349" y="3429000"/>
            <a:ext cx="7501651" cy="1090938"/>
          </a:xfrm>
        </p:spPr>
        <p:txBody>
          <a:bodyPr rtlCol="0" anchor="b">
            <a:normAutofit/>
          </a:bodyPr>
          <a:lstStyle/>
          <a:p>
            <a:pPr algn="l"/>
            <a:r>
              <a:rPr lang="pt-BR" noProof="1">
                <a:solidFill>
                  <a:srgbClr val="FFFFFF"/>
                </a:solidFill>
              </a:rPr>
              <a:t>Matematica Computacional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9F6641D-ADF3-40BD-9BA3-E740E77C88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09349" y="4779313"/>
            <a:ext cx="7501650" cy="514816"/>
          </a:xfrm>
        </p:spPr>
        <p:txBody>
          <a:bodyPr rtlCol="0" anchor="t">
            <a:normAutofit fontScale="92500" lnSpcReduction="20000"/>
          </a:bodyPr>
          <a:lstStyle/>
          <a:p>
            <a:pPr rtl="0"/>
            <a:r>
              <a:rPr lang="pt-BR" noProof="1">
                <a:solidFill>
                  <a:srgbClr val="FFFFFF"/>
                </a:solidFill>
              </a:rPr>
              <a:t>Matematica Aplicada; Matematica para Computadores</a:t>
            </a:r>
            <a:br>
              <a:rPr lang="pt-BR" noProof="1">
                <a:solidFill>
                  <a:srgbClr val="FFFFFF"/>
                </a:solidFill>
              </a:rPr>
            </a:br>
            <a:r>
              <a:rPr lang="pt-BR" noProof="1">
                <a:solidFill>
                  <a:srgbClr val="FFFFFF"/>
                </a:solidFill>
              </a:rPr>
              <a:t>Daniel Henrique Matos de Paiva</a:t>
            </a:r>
          </a:p>
        </p:txBody>
      </p: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62F01714-1A39-4194-BD47-8A9960C599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09349" y="4666480"/>
            <a:ext cx="6832499" cy="0"/>
          </a:xfrm>
          <a:prstGeom prst="line">
            <a:avLst/>
          </a:prstGeom>
          <a:ln w="22225">
            <a:solidFill>
              <a:srgbClr val="4AC4E3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6" name="Imagem 5">
            <a:extLst>
              <a:ext uri="{FF2B5EF4-FFF2-40B4-BE49-F238E27FC236}">
                <a16:creationId xmlns:a16="http://schemas.microsoft.com/office/drawing/2014/main" id="{D5D4B85A-CF2A-F3F1-A35F-75BEFCD98C4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310999" y="364444"/>
            <a:ext cx="1800000" cy="1800000"/>
          </a:xfrm>
          <a:prstGeom prst="rect">
            <a:avLst/>
          </a:prstGeom>
          <a:effectLst>
            <a:softEdge rad="317500"/>
          </a:effectLst>
        </p:spPr>
      </p:pic>
    </p:spTree>
    <p:extLst>
      <p:ext uri="{BB962C8B-B14F-4D97-AF65-F5344CB8AC3E}">
        <p14:creationId xmlns:p14="http://schemas.microsoft.com/office/powerpoint/2010/main" val="2806257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5CD78A-8BE0-8AA0-16C3-8F95DD848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Baixe o instalador do </a:t>
            </a:r>
            <a:r>
              <a:rPr lang="pt-BR" dirty="0" err="1"/>
              <a:t>python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D1E65D1-4A08-6C5B-257D-9635448282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143" y="1880557"/>
            <a:ext cx="12007970" cy="4666891"/>
          </a:xfrm>
        </p:spPr>
        <p:txBody>
          <a:bodyPr>
            <a:normAutofit/>
          </a:bodyPr>
          <a:lstStyle/>
          <a:p>
            <a:r>
              <a:rPr lang="pt-BR" sz="3000" dirty="0">
                <a:latin typeface="Roboto" panose="02000000000000000000" pitchFamily="2" charset="0"/>
                <a:ea typeface="Roboto" panose="02000000000000000000" pitchFamily="2" charset="0"/>
              </a:rPr>
              <a:t>Link </a:t>
            </a:r>
            <a:r>
              <a:rPr lang="pt-BR" sz="3000" b="1" dirty="0">
                <a:latin typeface="Roboto" panose="02000000000000000000" pitchFamily="2" charset="0"/>
                <a:ea typeface="Roboto" panose="02000000000000000000" pitchFamily="2" charset="0"/>
              </a:rPr>
              <a:t>3.14</a:t>
            </a:r>
            <a:r>
              <a:rPr lang="pt-BR" sz="3000" dirty="0">
                <a:latin typeface="Roboto" panose="02000000000000000000" pitchFamily="2" charset="0"/>
                <a:ea typeface="Roboto" panose="02000000000000000000" pitchFamily="2" charset="0"/>
              </a:rPr>
              <a:t>: </a:t>
            </a:r>
          </a:p>
          <a:p>
            <a:r>
              <a:rPr lang="pt-BR" sz="3000" dirty="0">
                <a:latin typeface="Roboto" panose="02000000000000000000" pitchFamily="2" charset="0"/>
                <a:ea typeface="Roboto" panose="02000000000000000000" pitchFamily="2" charset="0"/>
                <a:hlinkClick r:id="rId2"/>
              </a:rPr>
              <a:t>https://www.python.org/downloads/</a:t>
            </a:r>
            <a:endParaRPr lang="pt-BR" sz="3000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endParaRPr lang="pt-BR" sz="3000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r>
              <a:rPr lang="pt-BR" sz="3000" dirty="0">
                <a:latin typeface="Roboto" panose="02000000000000000000" pitchFamily="2" charset="0"/>
                <a:ea typeface="Roboto" panose="02000000000000000000" pitchFamily="2" charset="0"/>
                <a:hlinkClick r:id="rId3"/>
              </a:rPr>
              <a:t>https://www.python.org/downloads/windows/</a:t>
            </a:r>
            <a:endParaRPr lang="pt-BR" sz="3000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endParaRPr lang="pt-BR" sz="30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77853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D1E65D1-4A08-6C5B-257D-9635448282EB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2286000"/>
            <a:ext cx="9720263" cy="4022725"/>
          </a:xfrm>
        </p:spPr>
        <p:txBody>
          <a:bodyPr/>
          <a:lstStyle/>
          <a:p>
            <a:br>
              <a:rPr lang="pt-BR" dirty="0"/>
            </a:br>
            <a:br>
              <a:rPr lang="pt-BR" dirty="0"/>
            </a:br>
            <a:endParaRPr lang="pt-BR" dirty="0"/>
          </a:p>
          <a:p>
            <a:endParaRPr lang="pt-BR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B33E589A-9878-D2DF-15D0-F38B9F0E47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381" y="127980"/>
            <a:ext cx="10097237" cy="6602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822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BE08F5-3FA0-78DB-D3C1-76298BF59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81D885B-5E0B-F12D-EC97-FE1C631D08BF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2286000"/>
            <a:ext cx="9720263" cy="4022725"/>
          </a:xfrm>
        </p:spPr>
        <p:txBody>
          <a:bodyPr/>
          <a:lstStyle/>
          <a:p>
            <a:br>
              <a:rPr lang="pt-BR" dirty="0"/>
            </a:br>
            <a:br>
              <a:rPr lang="pt-BR" dirty="0"/>
            </a:br>
            <a:endParaRPr lang="pt-BR" dirty="0"/>
          </a:p>
          <a:p>
            <a:endParaRPr lang="pt-BR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5823623E-290B-7081-BBDF-045F471272C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47381" y="144273"/>
            <a:ext cx="10097237" cy="6569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4272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88ACE-AB20-6FA8-899E-92B402E8A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B82745F-96D9-5AB4-E10C-3CEA3B6160BB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2286000"/>
            <a:ext cx="9720263" cy="4022725"/>
          </a:xfrm>
        </p:spPr>
        <p:txBody>
          <a:bodyPr/>
          <a:lstStyle/>
          <a:p>
            <a:br>
              <a:rPr lang="pt-BR" dirty="0"/>
            </a:br>
            <a:br>
              <a:rPr lang="pt-BR" dirty="0"/>
            </a:br>
            <a:endParaRPr lang="pt-BR" dirty="0"/>
          </a:p>
          <a:p>
            <a:endParaRPr lang="pt-BR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8668C902-C18A-9278-79EC-65C6BCA47E1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165981" y="144273"/>
            <a:ext cx="9860036" cy="6569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21747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D01822-04BA-158B-FFA8-D4E9F6FFF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5C6EE43-8C63-33DD-F241-6111682A8B0B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2286000"/>
            <a:ext cx="9720263" cy="4022725"/>
          </a:xfrm>
        </p:spPr>
        <p:txBody>
          <a:bodyPr/>
          <a:lstStyle/>
          <a:p>
            <a:br>
              <a:rPr lang="pt-BR" dirty="0"/>
            </a:br>
            <a:br>
              <a:rPr lang="pt-BR" dirty="0"/>
            </a:br>
            <a:endParaRPr lang="pt-BR" dirty="0"/>
          </a:p>
          <a:p>
            <a:endParaRPr lang="pt-BR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29532923-2C12-04B1-3241-FCE6ED7D6EE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61908" y="217434"/>
            <a:ext cx="11468184" cy="6423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52577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0C0273-BE99-EDAF-59B0-7434CCDC5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Aconteceu algum erro???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33A70A7-5378-342D-F199-B2ADA5C16B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>
                <a:solidFill>
                  <a:srgbClr val="FF0000"/>
                </a:solidFill>
              </a:rPr>
              <a:t>Refaça os passos com atenção!!!</a:t>
            </a:r>
          </a:p>
        </p:txBody>
      </p:sp>
      <p:pic>
        <p:nvPicPr>
          <p:cNvPr id="1026" name="Picture 2" descr="Erros em sites: aprenda a identificar os principais e a buscar soluções">
            <a:extLst>
              <a:ext uri="{FF2B5EF4-FFF2-40B4-BE49-F238E27FC236}">
                <a16:creationId xmlns:a16="http://schemas.microsoft.com/office/drawing/2014/main" id="{9156C7BA-24A0-9C61-C855-3051C00445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6000" y="2794000"/>
            <a:ext cx="5400000" cy="3600000"/>
          </a:xfrm>
          <a:prstGeom prst="rect">
            <a:avLst/>
          </a:prstGeom>
          <a:noFill/>
          <a:effectLst>
            <a:softEdge rad="3175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55388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A52FAB-5101-0057-A058-D74781838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Dúvidas???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3BE0B24-9EF8-EC3C-C73A-9D5AFA2819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0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Contato:</a:t>
            </a:r>
          </a:p>
          <a:p>
            <a:endParaRPr lang="pt-BR" sz="30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r>
              <a:rPr lang="pt-BR" sz="30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  <a:hlinkClick r:id="rId2"/>
              </a:rPr>
              <a:t>daniel.h.paiva@ulife.com.br</a:t>
            </a:r>
            <a:endParaRPr lang="pt-BR" sz="30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endParaRPr lang="pt-BR" sz="30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pic>
        <p:nvPicPr>
          <p:cNvPr id="2050" name="Picture 2" descr="Email, Open Mail Icon Gráfico por hr-gold · Creative Fabrica">
            <a:extLst>
              <a:ext uri="{FF2B5EF4-FFF2-40B4-BE49-F238E27FC236}">
                <a16:creationId xmlns:a16="http://schemas.microsoft.com/office/drawing/2014/main" id="{10A8ED8C-6B7C-2355-A65F-7EB7FC82D0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2267" y="585215"/>
            <a:ext cx="3615605" cy="2343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06445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6803863_TF22378848.potx" id="{53269024-24FC-4B17-B3AE-3D7549CE191E}" vid="{01B4D491-F3F2-4E5D-94E6-F1FCB1EFD3D9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61EAB5F-88FC-4FAE-AE3C-037A3C365EB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F44C90D-2A62-4985-9618-3460247437B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88A2F88-55C5-4ED1-9541-807C65424763}">
  <ds:schemaRefs>
    <ds:schemaRef ds:uri="http://purl.org/dc/elements/1.1/"/>
    <ds:schemaRef ds:uri="71af3243-3dd4-4a8d-8c0d-dd76da1f02a5"/>
    <ds:schemaRef ds:uri="http://schemas.microsoft.com/office/2006/documentManagement/types"/>
    <ds:schemaRef ds:uri="http://purl.org/dc/dcmitype/"/>
    <ds:schemaRef ds:uri="http://schemas.microsoft.com/office/2006/metadata/properties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16c05727-aa75-4e4a-9b5f-8a80a1165891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Design integral</Template>
  <TotalTime>70</TotalTime>
  <Words>78</Words>
  <Application>Microsoft Office PowerPoint</Application>
  <PresentationFormat>Widescreen</PresentationFormat>
  <Paragraphs>18</Paragraphs>
  <Slides>8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5" baseType="lpstr">
      <vt:lpstr>Calibri</vt:lpstr>
      <vt:lpstr>JetBrains Mono</vt:lpstr>
      <vt:lpstr>Roboto</vt:lpstr>
      <vt:lpstr>Tw Cen MT</vt:lpstr>
      <vt:lpstr>Tw Cen MT Condensed</vt:lpstr>
      <vt:lpstr>Wingdings 3</vt:lpstr>
      <vt:lpstr>Integral</vt:lpstr>
      <vt:lpstr>Matematica Computacional</vt:lpstr>
      <vt:lpstr>Baixe o instalador do python</vt:lpstr>
      <vt:lpstr>Apresentação do PowerPoint</vt:lpstr>
      <vt:lpstr>Apresentação do PowerPoint</vt:lpstr>
      <vt:lpstr>Apresentação do PowerPoint</vt:lpstr>
      <vt:lpstr>Apresentação do PowerPoint</vt:lpstr>
      <vt:lpstr>Aconteceu algum erro???</vt:lpstr>
      <vt:lpstr>Dúvidas???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Instalacao - Eclipse IDE</dc:title>
  <dc:creator>Admin</dc:creator>
  <cp:lastModifiedBy>paiva</cp:lastModifiedBy>
  <cp:revision>32</cp:revision>
  <dcterms:created xsi:type="dcterms:W3CDTF">2023-02-26T16:03:57Z</dcterms:created>
  <dcterms:modified xsi:type="dcterms:W3CDTF">2026-07-10T22:54:29Z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