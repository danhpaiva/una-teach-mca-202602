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56" r:id="rId5"/>
    <p:sldId id="278" r:id="rId6"/>
    <p:sldId id="279" r:id="rId7"/>
    <p:sldId id="289" r:id="rId8"/>
    <p:sldId id="281" r:id="rId9"/>
    <p:sldId id="280" r:id="rId10"/>
    <p:sldId id="290" r:id="rId11"/>
    <p:sldId id="282" r:id="rId12"/>
    <p:sldId id="295" r:id="rId13"/>
    <p:sldId id="291" r:id="rId14"/>
    <p:sldId id="283" r:id="rId15"/>
    <p:sldId id="284" r:id="rId16"/>
    <p:sldId id="292" r:id="rId17"/>
    <p:sldId id="285" r:id="rId18"/>
    <p:sldId id="286" r:id="rId19"/>
    <p:sldId id="293" r:id="rId20"/>
    <p:sldId id="287" r:id="rId21"/>
    <p:sldId id="288" r:id="rId22"/>
    <p:sldId id="294" r:id="rId23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7777D35-62E0-4ADA-A544-0FF8CE93EFA3}" type="datetime1">
              <a:rPr lang="pt-BR" noProof="1" smtClean="0"/>
              <a:t>10/07/2026</a:t>
            </a:fld>
            <a:endParaRPr lang="pt-BR" noProof="1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pt-BR" noProof="1" dirty="0" smtClean="0"/>
              <a:t>‹nº›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0F727BD-530A-46F6-89AA-0169182CFF12}" type="datetime1">
              <a:rPr lang="pt-BR" noProof="1" smtClean="0"/>
              <a:t>10/07/2026</a:t>
            </a:fld>
            <a:endParaRPr lang="pt-BR" noProof="1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1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pt-BR" noProof="1" dirty="0" smtClean="0"/>
              <a:t>‹nº›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pt-BR" noProof="1" smtClean="0"/>
              <a:t>1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3859257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pt-BR" noProof="1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fld id="{58BA592B-0EA4-40D4-A1E4-71971A215A20}" type="datetime1">
              <a:rPr lang="pt-BR" noProof="1" smtClean="0"/>
              <a:t>10/07/2026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8" name="Conector Re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AEA189-6A12-46BC-8D40-4AE493F46DA7}" type="datetime1">
              <a:rPr lang="pt-BR" noProof="1" smtClean="0"/>
              <a:t>10/07/2026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9CDA04-3929-4D47-933D-1E3D28969575}" type="datetime1">
              <a:rPr lang="pt-BR" noProof="1" smtClean="0"/>
              <a:t>10/07/2026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8" name="Conector Re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7F04DB-A7C8-4A03-A390-FF466E07A079}" type="datetime1">
              <a:rPr lang="pt-BR" noProof="1" smtClean="0"/>
              <a:t>10/07/2026</a:t>
            </a:fld>
            <a:endParaRPr lang="pt-BR" noProof="1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pt-BR" noProof="1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B593EC-2F08-44C6-ABE6-DDD998346E60}" type="datetime1">
              <a:rPr lang="pt-BR" noProof="1" smtClean="0"/>
              <a:t>10/07/2026</a:t>
            </a:fld>
            <a:endParaRPr lang="pt-BR" noProof="1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5D5DED-087C-4044-A01E-71A37BA13494}" type="datetime1">
              <a:rPr lang="pt-BR" noProof="1" smtClean="0"/>
              <a:t>10/07/2026</a:t>
            </a:fld>
            <a:endParaRPr lang="pt-BR" noProof="1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8423E9-1DB6-4230-88B5-F7BE0B79B8DA}" type="datetime1">
              <a:rPr lang="pt-BR" noProof="1" smtClean="0"/>
              <a:t>10/07/2026</a:t>
            </a:fld>
            <a:endParaRPr lang="pt-BR" noProof="1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pt-BR" noProof="1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E18BF6-C54B-4774-B74E-64B13634CEBD}" type="datetime1">
              <a:rPr lang="pt-BR" noProof="1" smtClean="0"/>
              <a:t>10/07/2026</a:t>
            </a:fld>
            <a:endParaRPr lang="pt-BR" noProof="1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1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66459E-9F7E-4AD8-ABE1-A057363D4744}" type="datetime1">
              <a:rPr lang="pt-BR" noProof="1" smtClean="0"/>
              <a:t>10/07/2026</a:t>
            </a:fld>
            <a:endParaRPr lang="pt-BR" noProof="1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8" name="Conector Re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D014EE-1076-4685-AE78-7B1C143CD568}" type="datetime1">
              <a:rPr lang="pt-BR" noProof="1" smtClean="0"/>
              <a:t>10/07/2026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238825-B43B-4B14-B624-1C85BDF721B5}" type="datetime1">
              <a:rPr lang="pt-BR" noProof="1" smtClean="0"/>
              <a:t>10/07/2026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7" name="Conector reto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8071EC9B-CAF5-4D8C-962A-CE3A64DB1FC2}" type="datetime1">
              <a:rPr lang="pt-BR" noProof="1" smtClean="0"/>
              <a:t>10/07/2026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pt-BR" noProof="1" dirty="0" smtClean="0"/>
              <a:pPr rtl="0"/>
              <a:t>‹nº›</a:t>
            </a:fld>
            <a:endParaRPr lang="pt-BR" noProof="1"/>
          </a:p>
        </p:txBody>
      </p:sp>
      <p:cxnSp>
        <p:nvCxnSpPr>
          <p:cNvPr id="7" name="Conector reto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pt-br/java/openjdk/download#openjdk-21" TargetMode="External"/><Relationship Id="rId2" Type="http://schemas.openxmlformats.org/officeDocument/2006/relationships/hyperlink" Target="https://learn.microsoft.com/pt-br/java/openjdk/download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eclipse.org/downloads/" TargetMode="External"/><Relationship Id="rId4" Type="http://schemas.openxmlformats.org/officeDocument/2006/relationships/hyperlink" Target="https://adoptium.net/pt-BR/temurin/releases?version=21&amp;os=any&amp;arch=any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hyperlink" Target="mailto:daniel.h.paiva@ulife.com.b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1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tângulo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rtlCol="0" anchor="b">
            <a:normAutofit fontScale="90000"/>
          </a:bodyPr>
          <a:lstStyle/>
          <a:p>
            <a:pPr algn="l"/>
            <a:r>
              <a:rPr lang="pt-BR" noProof="1">
                <a:solidFill>
                  <a:srgbClr val="FFFFFF"/>
                </a:solidFill>
              </a:rPr>
              <a:t>Garantia da Qualidade de Software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rtlCol="0" anchor="t">
            <a:normAutofit fontScale="92500" lnSpcReduction="20000"/>
          </a:bodyPr>
          <a:lstStyle/>
          <a:p>
            <a:pPr rtl="0"/>
            <a:r>
              <a:rPr lang="pt-BR" noProof="1">
                <a:solidFill>
                  <a:srgbClr val="FFFFFF"/>
                </a:solidFill>
              </a:rPr>
              <a:t>Gestao e Qualidade de Software</a:t>
            </a:r>
            <a:br>
              <a:rPr lang="pt-BR" noProof="1">
                <a:solidFill>
                  <a:srgbClr val="FFFFFF"/>
                </a:solidFill>
              </a:rPr>
            </a:br>
            <a:r>
              <a:rPr lang="pt-BR" noProof="1">
                <a:solidFill>
                  <a:srgbClr val="FFFFFF"/>
                </a:solidFill>
              </a:rPr>
              <a:t>Daniel Henrique Matos de Paiva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D5D4B85A-CF2A-F3F1-A35F-75BEFCD98C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10999" y="364444"/>
            <a:ext cx="1800000" cy="1800000"/>
          </a:xfrm>
          <a:prstGeom prst="rect">
            <a:avLst/>
          </a:pr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Baixe o </a:t>
            </a:r>
            <a:r>
              <a:rPr lang="pt-BR" dirty="0" err="1"/>
              <a:t>openjdk</a:t>
            </a:r>
            <a:r>
              <a:rPr lang="pt-BR" dirty="0"/>
              <a:t> e o eclipse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1E65D1-4A08-6C5B-257D-963544828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43" y="1880557"/>
            <a:ext cx="12007970" cy="4666891"/>
          </a:xfrm>
        </p:spPr>
        <p:txBody>
          <a:bodyPr>
            <a:normAutofit/>
          </a:bodyPr>
          <a:lstStyle/>
          <a:p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Escolha a Versão 25 ou 21</a:t>
            </a:r>
          </a:p>
          <a:p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Link 1 </a:t>
            </a:r>
            <a:r>
              <a:rPr lang="pt-BR" sz="3000" b="1" dirty="0" err="1">
                <a:latin typeface="Roboto" panose="02000000000000000000" pitchFamily="2" charset="0"/>
                <a:ea typeface="Roboto" panose="02000000000000000000" pitchFamily="2" charset="0"/>
              </a:rPr>
              <a:t>OpenJDK</a:t>
            </a:r>
            <a:r>
              <a:rPr lang="pt-BR" sz="3000" b="1" dirty="0">
                <a:latin typeface="Roboto" panose="02000000000000000000" pitchFamily="2" charset="0"/>
                <a:ea typeface="Roboto" panose="02000000000000000000" pitchFamily="2" charset="0"/>
              </a:rPr>
              <a:t> 25 </a:t>
            </a:r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LTS: </a:t>
            </a:r>
          </a:p>
          <a:p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  <a:hlinkClick r:id="rId2"/>
              </a:rPr>
              <a:t>https://learn.microsoft.com/pt-br/java/openjdk/download</a:t>
            </a:r>
            <a:endParaRPr lang="pt-BR" sz="30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pt-BR" sz="30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Link 1 </a:t>
            </a:r>
            <a:r>
              <a:rPr lang="pt-BR" sz="3000" b="1" dirty="0" err="1">
                <a:latin typeface="Roboto" panose="02000000000000000000" pitchFamily="2" charset="0"/>
                <a:ea typeface="Roboto" panose="02000000000000000000" pitchFamily="2" charset="0"/>
              </a:rPr>
              <a:t>OpenJDK</a:t>
            </a:r>
            <a:r>
              <a:rPr lang="pt-BR" sz="3000" b="1" dirty="0">
                <a:latin typeface="Roboto" panose="02000000000000000000" pitchFamily="2" charset="0"/>
                <a:ea typeface="Roboto" panose="02000000000000000000" pitchFamily="2" charset="0"/>
              </a:rPr>
              <a:t> 21 </a:t>
            </a:r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LTS: </a:t>
            </a:r>
          </a:p>
          <a:p>
            <a:r>
              <a:rPr lang="pt-BR" sz="2000" dirty="0">
                <a:latin typeface="Roboto" panose="02000000000000000000" pitchFamily="2" charset="0"/>
                <a:ea typeface="Roboto" panose="02000000000000000000" pitchFamily="2" charset="0"/>
                <a:hlinkClick r:id="rId3"/>
              </a:rPr>
              <a:t>https://learn.microsoft.com/pt-br/java/openjdk/download#openjdk-21</a:t>
            </a:r>
            <a:endParaRPr lang="pt-BR" sz="20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pt-BR" sz="2000" dirty="0">
                <a:latin typeface="Roboto" panose="02000000000000000000" pitchFamily="2" charset="0"/>
                <a:ea typeface="Roboto" panose="02000000000000000000" pitchFamily="2" charset="0"/>
                <a:hlinkClick r:id="rId4"/>
              </a:rPr>
              <a:t>https://adoptium.net/pt-BR/temurin/releases?version=21&amp;os=any&amp;arch=any</a:t>
            </a:r>
            <a:endParaRPr lang="pt-BR" sz="20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Link Eclipse IDE :</a:t>
            </a:r>
            <a:b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pt-BR" sz="2000" dirty="0">
                <a:latin typeface="Roboto" panose="02000000000000000000" pitchFamily="2" charset="0"/>
                <a:ea typeface="Roboto" panose="02000000000000000000" pitchFamily="2" charset="0"/>
                <a:hlinkClick r:id="rId5"/>
              </a:rPr>
              <a:t>https://www.eclipse.org/downloads/</a:t>
            </a:r>
            <a:endParaRPr lang="pt-BR" sz="20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pt-BR" sz="3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78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 o </a:t>
            </a:r>
            <a:r>
              <a:rPr lang="pt-BR" dirty="0" err="1"/>
              <a:t>Openjdk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1E65D1-4A08-6C5B-257D-963544828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500" dirty="0"/>
              <a:t>Vamos instalar a versão 25 LTS.</a:t>
            </a:r>
            <a:br>
              <a:rPr lang="pt-BR" sz="2500" dirty="0"/>
            </a:br>
            <a:r>
              <a:rPr lang="pt-BR" sz="2500" dirty="0"/>
              <a:t>Clique em Next:</a:t>
            </a:r>
            <a:br>
              <a:rPr lang="pt-BR" dirty="0"/>
            </a:br>
            <a:br>
              <a:rPr lang="pt-BR" dirty="0"/>
            </a:br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76669C5-9336-EAAA-159C-9D15548A69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761930" y="1774399"/>
            <a:ext cx="6149978" cy="4688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2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DBE8A-9549-A269-EA35-E66C8E286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6E2D2A-13D3-531F-CC8A-4B613066D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 o </a:t>
            </a:r>
            <a:r>
              <a:rPr lang="pt-BR" dirty="0" err="1"/>
              <a:t>Openjdk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2CDCE3-F855-EBD9-44FE-2E9EA00FF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500" dirty="0"/>
              <a:t>Aceite os termos:</a:t>
            </a:r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1EE8D67-3E73-C939-B964-987570B560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639267" y="1669497"/>
            <a:ext cx="6907710" cy="518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019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 o </a:t>
            </a:r>
            <a:r>
              <a:rPr lang="pt-BR" dirty="0" err="1"/>
              <a:t>Openjdk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1E65D1-4A08-6C5B-257D-963544828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500" dirty="0"/>
              <a:t>Deixe Habilitado a variável de ambiente:</a:t>
            </a:r>
            <a:br>
              <a:rPr lang="pt-BR" sz="2500" dirty="0"/>
            </a:br>
            <a:r>
              <a:rPr lang="pt-BR" sz="2500" dirty="0"/>
              <a:t>“</a:t>
            </a:r>
            <a:r>
              <a:rPr lang="pt-BR" sz="2500" dirty="0">
                <a:latin typeface="Cascadia Code" panose="020B0609020000020004" pitchFamily="49" charset="0"/>
                <a:cs typeface="Cascadia Code" panose="020B0609020000020004" pitchFamily="49" charset="0"/>
              </a:rPr>
              <a:t>JAVA_HOME</a:t>
            </a:r>
            <a:r>
              <a:rPr lang="pt-BR" sz="2500" dirty="0"/>
              <a:t>” </a:t>
            </a:r>
          </a:p>
          <a:p>
            <a:r>
              <a:rPr lang="pt-BR" sz="2500" dirty="0"/>
              <a:t>E Clique novamente em “Next”:</a:t>
            </a:r>
            <a:br>
              <a:rPr lang="pt-BR" sz="2500" dirty="0"/>
            </a:br>
            <a:br>
              <a:rPr lang="pt-BR" sz="2500" dirty="0"/>
            </a:br>
            <a:endParaRPr lang="pt-BR" sz="2500" dirty="0"/>
          </a:p>
          <a:p>
            <a:endParaRPr lang="pt-BR" sz="25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76669C5-9336-EAAA-159C-9D15548A69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95358" y="2084832"/>
            <a:ext cx="5680919" cy="435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40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 o </a:t>
            </a:r>
            <a:r>
              <a:rPr lang="pt-BR" dirty="0" err="1"/>
              <a:t>Openjdk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1E65D1-4A08-6C5B-257D-963544828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Agora clique em “</a:t>
            </a:r>
            <a:r>
              <a:rPr lang="pt-BR" dirty="0" err="1"/>
              <a:t>Install</a:t>
            </a:r>
            <a:r>
              <a:rPr lang="pt-BR" dirty="0"/>
              <a:t>”.</a:t>
            </a:r>
            <a:br>
              <a:rPr lang="pt-BR" dirty="0"/>
            </a:br>
            <a:r>
              <a:rPr lang="pt-BR" dirty="0"/>
              <a:t>Aguarde a instalação .</a:t>
            </a:r>
            <a:br>
              <a:rPr lang="pt-BR" dirty="0"/>
            </a:br>
            <a:r>
              <a:rPr lang="pt-BR" dirty="0"/>
              <a:t>Se precisar aceite as modificações</a:t>
            </a:r>
            <a:br>
              <a:rPr lang="pt-BR" dirty="0"/>
            </a:br>
            <a:r>
              <a:rPr lang="pt-BR" dirty="0"/>
              <a:t>que o Windows solicita.</a:t>
            </a:r>
            <a:br>
              <a:rPr lang="pt-BR" dirty="0"/>
            </a:br>
            <a:r>
              <a:rPr lang="pt-BR" dirty="0"/>
              <a:t>Para finalizar clique</a:t>
            </a:r>
            <a:br>
              <a:rPr lang="pt-BR" dirty="0"/>
            </a:br>
            <a:r>
              <a:rPr lang="pt-BR" dirty="0"/>
              <a:t>em “FINISH”.</a:t>
            </a:r>
            <a:br>
              <a:rPr lang="pt-BR" dirty="0"/>
            </a:br>
            <a:br>
              <a:rPr lang="pt-BR" dirty="0"/>
            </a:br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76669C5-9336-EAAA-159C-9D15548A69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550101" y="1768007"/>
            <a:ext cx="6388858" cy="502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441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9D12E-6EDB-FEB4-FDD2-1364A77B0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AF2E44-45D9-66A7-0FF2-A143896DD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 o </a:t>
            </a:r>
            <a:r>
              <a:rPr lang="pt-BR" dirty="0" err="1"/>
              <a:t>Openjdk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E12996-31C3-EAEE-B799-32FEB39FB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Agora clique em “</a:t>
            </a:r>
            <a:r>
              <a:rPr lang="pt-BR" dirty="0" err="1"/>
              <a:t>Install</a:t>
            </a:r>
            <a:r>
              <a:rPr lang="pt-BR" dirty="0"/>
              <a:t>”.</a:t>
            </a:r>
            <a:br>
              <a:rPr lang="pt-BR" dirty="0"/>
            </a:br>
            <a:r>
              <a:rPr lang="pt-BR" dirty="0"/>
              <a:t>Aguarde a instalação .</a:t>
            </a:r>
            <a:br>
              <a:rPr lang="pt-BR" dirty="0"/>
            </a:br>
            <a:r>
              <a:rPr lang="pt-BR" dirty="0"/>
              <a:t>Se precisar aceite as modificações</a:t>
            </a:r>
            <a:br>
              <a:rPr lang="pt-BR" dirty="0"/>
            </a:br>
            <a:r>
              <a:rPr lang="pt-BR" dirty="0"/>
              <a:t>que o Windows solicita.</a:t>
            </a:r>
            <a:br>
              <a:rPr lang="pt-BR" dirty="0"/>
            </a:br>
            <a:r>
              <a:rPr lang="pt-BR" dirty="0"/>
              <a:t>Para finalizar clique</a:t>
            </a:r>
            <a:br>
              <a:rPr lang="pt-BR" dirty="0"/>
            </a:br>
            <a:r>
              <a:rPr lang="pt-BR" dirty="0"/>
              <a:t>em “FINISH”.</a:t>
            </a:r>
            <a:br>
              <a:rPr lang="pt-BR" dirty="0"/>
            </a:br>
            <a:br>
              <a:rPr lang="pt-BR" dirty="0"/>
            </a:br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71C6E2D-DFE1-C5B1-B564-CDA7E1F9FC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699268" y="1737198"/>
            <a:ext cx="6265570" cy="490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578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 o </a:t>
            </a:r>
            <a:r>
              <a:rPr lang="pt-BR" dirty="0" err="1"/>
              <a:t>Openjdk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1E65D1-4A08-6C5B-257D-963544828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validar se o JDK foi instalado corretamente,</a:t>
            </a:r>
            <a:br>
              <a:rPr lang="pt-BR" dirty="0"/>
            </a:br>
            <a:r>
              <a:rPr lang="pt-BR" dirty="0"/>
              <a:t>Abra o CMD ou o Terminal do Windows</a:t>
            </a:r>
            <a:br>
              <a:rPr lang="pt-BR" dirty="0"/>
            </a:br>
            <a:r>
              <a:rPr lang="pt-BR" dirty="0"/>
              <a:t>e digite “</a:t>
            </a:r>
            <a:r>
              <a:rPr lang="pt-BR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java</a:t>
            </a:r>
            <a:r>
              <a:rPr lang="pt-BR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--</a:t>
            </a:r>
            <a:r>
              <a:rPr lang="pt-BR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version</a:t>
            </a:r>
            <a:r>
              <a:rPr lang="pt-BR" dirty="0"/>
              <a:t>”</a:t>
            </a:r>
          </a:p>
          <a:p>
            <a:r>
              <a:rPr lang="pt-BR" dirty="0"/>
              <a:t>E aguarde mostrar a versão que foi instalada: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06F3DC0-B36C-A7A7-6F0B-F7990A8CF0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545743" y="4205767"/>
            <a:ext cx="5100513" cy="225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33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1879250-C0CD-F1AB-6B82-8C64F47DA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3663"/>
            <a:ext cx="12192000" cy="553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772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0C0273-BE99-EDAF-59B0-7434CCDC5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Aconteceu algum erro???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3A70A7-5378-342D-F199-B2ADA5C16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rgbClr val="FF0000"/>
                </a:solidFill>
              </a:rPr>
              <a:t>Refaça os passos com atenção!!!</a:t>
            </a:r>
          </a:p>
        </p:txBody>
      </p:sp>
      <p:pic>
        <p:nvPicPr>
          <p:cNvPr id="1026" name="Picture 2" descr="Erros em sites: aprenda a identificar os principais e a buscar soluções">
            <a:extLst>
              <a:ext uri="{FF2B5EF4-FFF2-40B4-BE49-F238E27FC236}">
                <a16:creationId xmlns:a16="http://schemas.microsoft.com/office/drawing/2014/main" id="{9156C7BA-24A0-9C61-C855-3051C0044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000" y="2794000"/>
            <a:ext cx="5400000" cy="3600000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5538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 o Eclipse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1E65D1-4A08-6C5B-257D-963544828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Vamos instalar a versão atual do Eclipse.</a:t>
            </a:r>
            <a:br>
              <a:rPr lang="pt-BR" dirty="0"/>
            </a:br>
            <a:r>
              <a:rPr lang="pt-BR" dirty="0"/>
              <a:t>Selecione a versão:</a:t>
            </a:r>
            <a:br>
              <a:rPr lang="pt-BR" dirty="0"/>
            </a:br>
            <a:br>
              <a:rPr lang="pt-BR" dirty="0"/>
            </a:br>
            <a:r>
              <a:rPr lang="pt-BR" dirty="0"/>
              <a:t>Eclipse IDE for Java </a:t>
            </a:r>
            <a:r>
              <a:rPr lang="pt-BR" dirty="0" err="1"/>
              <a:t>Developers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</a:t>
            </a:r>
            <a:br>
              <a:rPr lang="pt-BR" dirty="0"/>
            </a:br>
            <a:r>
              <a:rPr lang="pt-BR" dirty="0"/>
              <a:t>Clique nela.</a:t>
            </a:r>
            <a:br>
              <a:rPr lang="pt-BR" dirty="0"/>
            </a:br>
            <a:br>
              <a:rPr lang="pt-BR" dirty="0"/>
            </a:br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76669C5-9336-EAAA-159C-9D15548A69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357147" y="1020849"/>
            <a:ext cx="4956631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680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 o Eclipse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1E65D1-4A08-6C5B-257D-963544828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 certifique que o Eclipse reconheça a</a:t>
            </a:r>
            <a:br>
              <a:rPr lang="pt-BR" dirty="0"/>
            </a:br>
            <a:r>
              <a:rPr lang="pt-BR" dirty="0"/>
              <a:t>versão do </a:t>
            </a:r>
            <a:r>
              <a:rPr lang="pt-BR" dirty="0" err="1"/>
              <a:t>OpenJDK</a:t>
            </a:r>
            <a:r>
              <a:rPr lang="pt-BR" dirty="0"/>
              <a:t> instalada:</a:t>
            </a:r>
            <a:br>
              <a:rPr lang="pt-BR" dirty="0"/>
            </a:br>
            <a:br>
              <a:rPr lang="pt-BR" dirty="0"/>
            </a:br>
            <a:r>
              <a:rPr lang="pt-BR" sz="1800" dirty="0"/>
              <a:t>C:\Program Files\Microsoft\jdk-17.0.6.10-hotspot</a:t>
            </a:r>
            <a:br>
              <a:rPr lang="pt-BR" dirty="0"/>
            </a:br>
            <a:r>
              <a:rPr lang="pt-BR" dirty="0"/>
              <a:t> </a:t>
            </a:r>
            <a:br>
              <a:rPr lang="pt-BR" dirty="0"/>
            </a:br>
            <a:r>
              <a:rPr lang="pt-BR" dirty="0"/>
              <a:t>Agora clique em </a:t>
            </a:r>
            <a:r>
              <a:rPr lang="pt-BR" dirty="0" err="1"/>
              <a:t>Install</a:t>
            </a:r>
            <a:r>
              <a:rPr lang="pt-BR" dirty="0"/>
              <a:t>.</a:t>
            </a:r>
            <a:br>
              <a:rPr lang="pt-BR" dirty="0"/>
            </a:br>
            <a:br>
              <a:rPr lang="pt-BR" dirty="0"/>
            </a:br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76669C5-9336-EAAA-159C-9D15548A69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909564" y="370521"/>
            <a:ext cx="6080164" cy="611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401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61532-B31D-C88F-59EC-1ACE0E9B5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4882C-BCE7-7BE2-9517-EFAEE958D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 o Eclipse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F6F62F-2E36-501D-3D18-07FFF3F56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4904056" cy="4023360"/>
          </a:xfrm>
        </p:spPr>
        <p:txBody>
          <a:bodyPr/>
          <a:lstStyle/>
          <a:p>
            <a:r>
              <a:rPr lang="pt-BR" dirty="0"/>
              <a:t>Se certifique que o Eclipse reconheça a</a:t>
            </a:r>
            <a:br>
              <a:rPr lang="pt-BR" dirty="0"/>
            </a:br>
            <a:r>
              <a:rPr lang="pt-BR" dirty="0"/>
              <a:t>versão do </a:t>
            </a:r>
            <a:r>
              <a:rPr lang="pt-BR" dirty="0" err="1"/>
              <a:t>OpenJDK</a:t>
            </a:r>
            <a:r>
              <a:rPr lang="pt-BR" dirty="0"/>
              <a:t> instalada:</a:t>
            </a:r>
            <a:br>
              <a:rPr lang="pt-BR" dirty="0"/>
            </a:br>
            <a:br>
              <a:rPr lang="pt-BR" dirty="0"/>
            </a:br>
            <a:r>
              <a:rPr lang="pt-BR" sz="1800" dirty="0"/>
              <a:t>C:\Program Files\Microsoft\jdk-21.0.2.13-hotspot</a:t>
            </a:r>
            <a:br>
              <a:rPr lang="pt-BR" dirty="0"/>
            </a:br>
            <a:r>
              <a:rPr lang="pt-BR" dirty="0"/>
              <a:t> </a:t>
            </a:r>
            <a:br>
              <a:rPr lang="pt-BR" dirty="0"/>
            </a:br>
            <a:r>
              <a:rPr lang="pt-BR" dirty="0"/>
              <a:t>Agora clique em </a:t>
            </a:r>
            <a:r>
              <a:rPr lang="pt-BR" dirty="0" err="1"/>
              <a:t>Install</a:t>
            </a:r>
            <a:r>
              <a:rPr lang="pt-BR" dirty="0"/>
              <a:t>.</a:t>
            </a:r>
            <a:br>
              <a:rPr lang="pt-BR" dirty="0"/>
            </a:br>
            <a:br>
              <a:rPr lang="pt-BR" dirty="0"/>
            </a:br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4990BED-D379-9BD4-D4BD-98A661DDA2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928184" y="370521"/>
            <a:ext cx="6042924" cy="611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297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 o Eclipse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1E65D1-4A08-6C5B-257D-963544828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Leia e Aceite o Termo de Compromisso:</a:t>
            </a:r>
            <a:br>
              <a:rPr lang="pt-BR" dirty="0"/>
            </a:br>
            <a:br>
              <a:rPr lang="pt-BR" dirty="0"/>
            </a:br>
            <a:r>
              <a:rPr lang="pt-BR" dirty="0"/>
              <a:t>Após ler, clique em “</a:t>
            </a:r>
            <a:r>
              <a:rPr lang="pt-BR" dirty="0" err="1"/>
              <a:t>Accept</a:t>
            </a:r>
            <a:r>
              <a:rPr lang="pt-BR" dirty="0"/>
              <a:t> </a:t>
            </a:r>
            <a:r>
              <a:rPr lang="pt-BR" dirty="0" err="1"/>
              <a:t>Now</a:t>
            </a:r>
            <a:r>
              <a:rPr lang="pt-BR" dirty="0"/>
              <a:t>”.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Aguarde a instalação.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Ps.: Pode demorar um pouco.</a:t>
            </a:r>
            <a:br>
              <a:rPr lang="pt-BR" dirty="0"/>
            </a:br>
            <a:br>
              <a:rPr lang="pt-BR" dirty="0"/>
            </a:br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76669C5-9336-EAAA-159C-9D15548A69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50919" y="1176288"/>
            <a:ext cx="4769086" cy="472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391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 o Eclipse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1E65D1-4A08-6C5B-257D-963544828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Aguarde a instalação dos pacotes</a:t>
            </a:r>
            <a:br>
              <a:rPr lang="pt-BR" dirty="0"/>
            </a:br>
            <a:r>
              <a:rPr lang="pt-BR" dirty="0"/>
              <a:t>necessários...</a:t>
            </a:r>
            <a:br>
              <a:rPr lang="pt-BR" dirty="0"/>
            </a:br>
            <a:r>
              <a:rPr lang="pt-BR" dirty="0"/>
              <a:t>Se demorar, faça um café!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76669C5-9336-EAAA-159C-9D15548A69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72337" y="1156305"/>
            <a:ext cx="4726249" cy="476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923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EBED7-1265-ECE1-A393-450161FD3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9C1283-1EF4-2037-D956-9021B643C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 o Eclipse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F657CC-7849-292F-6376-45DA17FEC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 tudo ocorreu bem, </a:t>
            </a:r>
            <a:br>
              <a:rPr lang="pt-BR" dirty="0"/>
            </a:br>
            <a:r>
              <a:rPr lang="pt-BR" dirty="0"/>
              <a:t>Clique em </a:t>
            </a:r>
            <a:r>
              <a:rPr lang="pt-BR" dirty="0" err="1"/>
              <a:t>Launch</a:t>
            </a:r>
            <a:r>
              <a:rPr lang="pt-BR" dirty="0"/>
              <a:t>: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2D85D80-24CD-730C-3BAE-67EFA351A1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901266" y="379186"/>
            <a:ext cx="6035709" cy="609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103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 o Eclipse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1E65D1-4A08-6C5B-257D-963544828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Selecione o seu espaço de trabalho,</a:t>
            </a:r>
            <a:br>
              <a:rPr lang="pt-BR" dirty="0"/>
            </a:br>
            <a:r>
              <a:rPr lang="pt-BR" dirty="0"/>
              <a:t>Iremos deixar o padrão.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Clique em </a:t>
            </a:r>
            <a:r>
              <a:rPr lang="pt-BR" dirty="0" err="1"/>
              <a:t>launch</a:t>
            </a:r>
            <a:r>
              <a:rPr lang="pt-BR" dirty="0"/>
              <a:t> novamente.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76669C5-9336-EAAA-159C-9D15548A69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367186" y="1906009"/>
            <a:ext cx="6451488" cy="304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740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EEE89F0C-AE0F-EFE2-6B08-CF1ACA1C6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579" y="0"/>
            <a:ext cx="91148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165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A52FAB-5101-0057-A058-D74781838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Dúvidas???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BE0B24-9EF8-EC3C-C73A-9D5AFA281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Contato:</a:t>
            </a:r>
          </a:p>
          <a:p>
            <a:endParaRPr lang="pt-BR" sz="30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pt-BR" sz="300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  <a:hlinkClick r:id="rId2"/>
              </a:rPr>
              <a:t>daniel</a:t>
            </a:r>
            <a:r>
              <a:rPr lang="pt-BR" sz="3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  <a:hlinkClick r:id="rId2"/>
              </a:rPr>
              <a:t>.h.paiva@ulife.com.br</a:t>
            </a:r>
            <a:endParaRPr lang="pt-BR" sz="30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pt-BR" sz="30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2050" name="Picture 2" descr="Email, Open Mail Icon Gráfico por hr-gold · Creative Fabrica">
            <a:extLst>
              <a:ext uri="{FF2B5EF4-FFF2-40B4-BE49-F238E27FC236}">
                <a16:creationId xmlns:a16="http://schemas.microsoft.com/office/drawing/2014/main" id="{10A8ED8C-6B7C-2355-A65F-7EB7FC82D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2267" y="585215"/>
            <a:ext cx="3615605" cy="2343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0644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3863_TF22378848.potx" id="{53269024-24FC-4B17-B3AE-3D7549CE191E}" vid="{01B4D491-F3F2-4E5D-94E6-F1FCB1EFD3D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8A2F88-55C5-4ED1-9541-807C65424763}">
  <ds:schemaRefs>
    <ds:schemaRef ds:uri="http://purl.org/dc/dcmitype/"/>
    <ds:schemaRef ds:uri="71af3243-3dd4-4a8d-8c0d-dd76da1f02a5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Design integral</Template>
  <TotalTime>71</TotalTime>
  <Words>493</Words>
  <Application>Microsoft Office PowerPoint</Application>
  <PresentationFormat>Widescreen</PresentationFormat>
  <Paragraphs>48</Paragraphs>
  <Slides>19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7" baseType="lpstr">
      <vt:lpstr>Calibri</vt:lpstr>
      <vt:lpstr>Cascadia Code</vt:lpstr>
      <vt:lpstr>JetBrains Mono</vt:lpstr>
      <vt:lpstr>Roboto</vt:lpstr>
      <vt:lpstr>Tw Cen MT</vt:lpstr>
      <vt:lpstr>Tw Cen MT Condensed</vt:lpstr>
      <vt:lpstr>Wingdings 3</vt:lpstr>
      <vt:lpstr>Integral</vt:lpstr>
      <vt:lpstr>Garantia da Qualidade de Software</vt:lpstr>
      <vt:lpstr>Baixe o openjdk e o eclipse</vt:lpstr>
      <vt:lpstr>Instalando o Openjdk</vt:lpstr>
      <vt:lpstr>Instalando o Openjdk</vt:lpstr>
      <vt:lpstr>Instalando o Openjdk</vt:lpstr>
      <vt:lpstr>Instalando o Openjdk</vt:lpstr>
      <vt:lpstr>Instalando o Openjdk</vt:lpstr>
      <vt:lpstr>Instalando o Openjdk</vt:lpstr>
      <vt:lpstr>Apresentação do PowerPoint</vt:lpstr>
      <vt:lpstr>Aconteceu algum erro???</vt:lpstr>
      <vt:lpstr>Instalando o Eclipse</vt:lpstr>
      <vt:lpstr>Instalando o Eclipse</vt:lpstr>
      <vt:lpstr>Instalando o Eclipse</vt:lpstr>
      <vt:lpstr>Instalando o Eclipse</vt:lpstr>
      <vt:lpstr>Instalando o Eclipse</vt:lpstr>
      <vt:lpstr>Instalando o Eclipse</vt:lpstr>
      <vt:lpstr>Instalando o Eclipse</vt:lpstr>
      <vt:lpstr>Apresentação do PowerPoint</vt:lpstr>
      <vt:lpstr>Dúvidas???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Instalacao - Eclipse IDE</dc:title>
  <dc:creator>Admin</dc:creator>
  <cp:lastModifiedBy>paiva</cp:lastModifiedBy>
  <cp:revision>33</cp:revision>
  <dcterms:created xsi:type="dcterms:W3CDTF">2023-02-26T16:03:57Z</dcterms:created>
  <dcterms:modified xsi:type="dcterms:W3CDTF">2026-07-10T22:42:46Z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