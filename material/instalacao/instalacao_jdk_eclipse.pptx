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24"/>
  </p:notesMasterIdLst>
  <p:handoutMasterIdLst>
    <p:handoutMasterId r:id="rId25"/>
  </p:handoutMasterIdLst>
  <p:sldIdLst>
    <p:sldId id="256" r:id="rId5"/>
    <p:sldId id="278" r:id="rId6"/>
    <p:sldId id="279" r:id="rId7"/>
    <p:sldId id="289" r:id="rId8"/>
    <p:sldId id="281" r:id="rId9"/>
    <p:sldId id="280" r:id="rId10"/>
    <p:sldId id="290" r:id="rId11"/>
    <p:sldId id="282" r:id="rId12"/>
    <p:sldId id="295" r:id="rId13"/>
    <p:sldId id="291" r:id="rId14"/>
    <p:sldId id="283" r:id="rId15"/>
    <p:sldId id="284" r:id="rId16"/>
    <p:sldId id="292" r:id="rId17"/>
    <p:sldId id="285" r:id="rId18"/>
    <p:sldId id="286" r:id="rId19"/>
    <p:sldId id="293" r:id="rId20"/>
    <p:sldId id="287" r:id="rId21"/>
    <p:sldId id="288" r:id="rId22"/>
    <p:sldId id="294" r:id="rId23"/>
  </p:sldIdLst>
  <p:sldSz cx="12192000" cy="6858000"/>
  <p:notesSz cx="6858000" cy="9144000"/>
  <p:defaultTextStyle>
    <a:defPPr rtl="0">
      <a:defRPr lang="pt-br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9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99" d="100"/>
          <a:sy n="99" d="100"/>
        </p:scale>
        <p:origin x="3570" y="6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pt-BR" noProof="1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07777D35-62E0-4ADA-A544-0FF8CE93EFA3}" type="datetime1">
              <a:rPr lang="pt-BR" noProof="1" smtClean="0"/>
              <a:t>20/09/2025</a:t>
            </a:fld>
            <a:endParaRPr lang="pt-BR" noProof="1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pt-BR" noProof="1"/>
          </a:p>
        </p:txBody>
      </p:sp>
      <p:sp>
        <p:nvSpPr>
          <p:cNvPr id="5" name="Espaço Reservado para o Número do Slid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FB53ADFC-ABB8-401A-BB24-33FDAFEDCEBD}" type="slidenum">
              <a:rPr lang="pt-BR" noProof="1" dirty="0" smtClean="0"/>
              <a:t>‹nº›</a:t>
            </a:fld>
            <a:endParaRPr lang="pt-BR" noProof="1"/>
          </a:p>
        </p:txBody>
      </p:sp>
    </p:spTree>
    <p:extLst>
      <p:ext uri="{BB962C8B-B14F-4D97-AF65-F5344CB8AC3E}">
        <p14:creationId xmlns:p14="http://schemas.microsoft.com/office/powerpoint/2010/main" val="2733249305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pt-BR" noProof="1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90F727BD-530A-46F6-89AA-0169182CFF12}" type="datetime1">
              <a:rPr lang="pt-BR" noProof="1" smtClean="0"/>
              <a:t>20/09/2025</a:t>
            </a:fld>
            <a:endParaRPr lang="pt-BR" noProof="1"/>
          </a:p>
        </p:txBody>
      </p:sp>
      <p:sp>
        <p:nvSpPr>
          <p:cNvPr id="4" name="Espaço Reservado para Imagem do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pt-BR" noProof="1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pt-BR" noProof="1"/>
              <a:t>Clique para editar o texto Mestre</a:t>
            </a:r>
          </a:p>
          <a:p>
            <a:pPr lvl="1" rtl="0"/>
            <a:r>
              <a:rPr lang="pt-BR" noProof="1"/>
              <a:t>Segundo nível</a:t>
            </a:r>
          </a:p>
          <a:p>
            <a:pPr lvl="2" rtl="0"/>
            <a:r>
              <a:rPr lang="pt-BR" noProof="1"/>
              <a:t>Terceiro nível</a:t>
            </a:r>
          </a:p>
          <a:p>
            <a:pPr lvl="3" rtl="0"/>
            <a:r>
              <a:rPr lang="pt-BR" noProof="1"/>
              <a:t>Quarto nível</a:t>
            </a:r>
          </a:p>
          <a:p>
            <a:pPr lvl="4" rtl="0"/>
            <a:r>
              <a:rPr lang="pt-BR" noProof="1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pt-BR" noProof="1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4B725628-3A68-42F4-BA86-981817953149}" type="slidenum">
              <a:rPr lang="pt-BR" noProof="1" dirty="0" smtClean="0"/>
              <a:t>‹nº›</a:t>
            </a:fld>
            <a:endParaRPr lang="pt-BR" noProof="1"/>
          </a:p>
        </p:txBody>
      </p:sp>
    </p:spTree>
    <p:extLst>
      <p:ext uri="{BB962C8B-B14F-4D97-AF65-F5344CB8AC3E}">
        <p14:creationId xmlns:p14="http://schemas.microsoft.com/office/powerpoint/2010/main" val="64925861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o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 noProof="1"/>
          </a:p>
        </p:txBody>
      </p:sp>
      <p:sp>
        <p:nvSpPr>
          <p:cNvPr id="4" name="Espaço Reservado para o Número do Slide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4B725628-3A68-42F4-BA86-981817953149}" type="slidenum">
              <a:rPr lang="pt-BR" noProof="1" smtClean="0"/>
              <a:t>1</a:t>
            </a:fld>
            <a:endParaRPr lang="pt-BR" noProof="1"/>
          </a:p>
        </p:txBody>
      </p:sp>
    </p:spTree>
    <p:extLst>
      <p:ext uri="{BB962C8B-B14F-4D97-AF65-F5344CB8AC3E}">
        <p14:creationId xmlns:p14="http://schemas.microsoft.com/office/powerpoint/2010/main" val="38592577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tângulo 9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Oval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ítulo 1"/>
          <p:cNvSpPr>
            <a:spLocks noGrp="1"/>
          </p:cNvSpPr>
          <p:nvPr>
            <p:ph type="ctrTitle" hasCustomPrompt="1"/>
          </p:nvPr>
        </p:nvSpPr>
        <p:spPr>
          <a:xfrm>
            <a:off x="457200" y="4960137"/>
            <a:ext cx="7772400" cy="1463040"/>
          </a:xfrm>
        </p:spPr>
        <p:txBody>
          <a:bodyPr rtlCol="0" anchor="ctr">
            <a:normAutofit/>
          </a:bodyPr>
          <a:lstStyle>
            <a:lvl1pPr algn="r">
              <a:defRPr sz="5000" spc="200" baseline="0"/>
            </a:lvl1pPr>
          </a:lstStyle>
          <a:p>
            <a:pPr rtl="0"/>
            <a:r>
              <a:rPr lang="pt-BR" noProof="1"/>
              <a:t>Clique para editar o estilo de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rtlCol="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pPr rtl="0"/>
            <a:r>
              <a:rPr lang="pt-BR" noProof="1"/>
              <a:t>Clique para editar o estilo do subtítulo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algn="l">
              <a:defRPr/>
            </a:lvl1pPr>
          </a:lstStyle>
          <a:p>
            <a:pPr rtl="0"/>
            <a:fld id="{58BA592B-0EA4-40D4-A1E4-71971A215A20}" type="datetime1">
              <a:rPr lang="pt-BR" noProof="1" smtClean="0"/>
              <a:t>20/09/2025</a:t>
            </a:fld>
            <a:endParaRPr lang="pt-BR" noProof="1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1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pt-BR" noProof="1" dirty="0" smtClean="0"/>
              <a:t>‹nº›</a:t>
            </a:fld>
            <a:endParaRPr lang="pt-BR" noProof="1"/>
          </a:p>
        </p:txBody>
      </p:sp>
      <p:cxnSp>
        <p:nvCxnSpPr>
          <p:cNvPr id="8" name="Conector Reto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/>
          <a:p>
            <a:pPr rtl="0"/>
            <a:r>
              <a:rPr lang="pt-BR" noProof="1"/>
              <a:t>Clique para editar o estilo de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 hasCustomPrompt="1"/>
          </p:nvPr>
        </p:nvSpPr>
        <p:spPr/>
        <p:txBody>
          <a:bodyPr rtlCol="0"/>
          <a:lstStyle/>
          <a:p>
            <a:pPr lvl="0" rtl="0"/>
            <a:r>
              <a:rPr lang="pt-BR" noProof="1"/>
              <a:t>Clique para editar o texto Mestre</a:t>
            </a:r>
          </a:p>
          <a:p>
            <a:pPr lvl="1" rtl="0"/>
            <a:r>
              <a:rPr lang="pt-BR" noProof="1"/>
              <a:t>Segundo nível</a:t>
            </a:r>
          </a:p>
          <a:p>
            <a:pPr lvl="2" rtl="0"/>
            <a:r>
              <a:rPr lang="pt-BR" noProof="1"/>
              <a:t>Terceiro nível</a:t>
            </a:r>
          </a:p>
          <a:p>
            <a:pPr lvl="3" rtl="0"/>
            <a:r>
              <a:rPr lang="pt-BR" noProof="1"/>
              <a:t>Quarto nível</a:t>
            </a:r>
          </a:p>
          <a:p>
            <a:pPr lvl="4" rtl="0"/>
            <a:r>
              <a:rPr lang="pt-BR" noProof="1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1AEA189-6A12-46BC-8D40-4AE493F46DA7}" type="datetime1">
              <a:rPr lang="pt-BR" noProof="1" smtClean="0"/>
              <a:t>20/09/2025</a:t>
            </a:fld>
            <a:endParaRPr lang="pt-BR" noProof="1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1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pt-BR" noProof="1" dirty="0" smtClean="0"/>
              <a:t>‹nº›</a:t>
            </a:fld>
            <a:endParaRPr lang="pt-BR" noProof="1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tângulo 8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Oval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457200" y="4960137"/>
            <a:ext cx="7772400" cy="1463040"/>
          </a:xfrm>
        </p:spPr>
        <p:txBody>
          <a:bodyPr rtlCol="0" anchor="ctr">
            <a:normAutofit/>
          </a:bodyPr>
          <a:lstStyle>
            <a:lvl1pPr algn="r">
              <a:defRPr sz="5000" b="0" spc="200" baseline="0"/>
            </a:lvl1pPr>
          </a:lstStyle>
          <a:p>
            <a:pPr rtl="0"/>
            <a:r>
              <a:rPr lang="pt-BR" noProof="1"/>
              <a:t>Clique para editar o estilo de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 hasCustomPrompt="1"/>
          </p:nvPr>
        </p:nvSpPr>
        <p:spPr>
          <a:xfrm>
            <a:off x="8610600" y="4960137"/>
            <a:ext cx="3200400" cy="1463040"/>
          </a:xfrm>
        </p:spPr>
        <p:txBody>
          <a:bodyPr lIns="91440" rIns="91440" rtlCol="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pt-BR" noProof="1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849CDA04-3929-4D47-933D-1E3D28969575}" type="datetime1">
              <a:rPr lang="pt-BR" noProof="1" smtClean="0"/>
              <a:t>20/09/2025</a:t>
            </a:fld>
            <a:endParaRPr lang="pt-BR" noProof="1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1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pt-BR" noProof="1" dirty="0" smtClean="0"/>
              <a:t>‹nº›</a:t>
            </a:fld>
            <a:endParaRPr lang="pt-BR" noProof="1"/>
          </a:p>
        </p:txBody>
      </p:sp>
      <p:cxnSp>
        <p:nvCxnSpPr>
          <p:cNvPr id="8" name="Conector Reto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is Conteúd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1024128" y="585216"/>
            <a:ext cx="9720072" cy="1499616"/>
          </a:xfrm>
        </p:spPr>
        <p:txBody>
          <a:bodyPr rtlCol="0"/>
          <a:lstStyle/>
          <a:p>
            <a:pPr rtl="0"/>
            <a:r>
              <a:rPr lang="pt-BR" noProof="1"/>
              <a:t>Clique para editar o estilo de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 hasCustomPrompt="1"/>
          </p:nvPr>
        </p:nvSpPr>
        <p:spPr>
          <a:xfrm>
            <a:off x="1024127" y="2286000"/>
            <a:ext cx="4754880" cy="4023360"/>
          </a:xfrm>
        </p:spPr>
        <p:txBody>
          <a:bodyPr rtlCol="0"/>
          <a:lstStyle/>
          <a:p>
            <a:pPr lvl="0" rtl="0"/>
            <a:r>
              <a:rPr lang="pt-BR" noProof="1"/>
              <a:t>Clique para editar o texto Mestre</a:t>
            </a:r>
          </a:p>
          <a:p>
            <a:pPr lvl="1" rtl="0"/>
            <a:r>
              <a:rPr lang="pt-BR" noProof="1"/>
              <a:t>Segundo nível</a:t>
            </a:r>
          </a:p>
          <a:p>
            <a:pPr lvl="2" rtl="0"/>
            <a:r>
              <a:rPr lang="pt-BR" noProof="1"/>
              <a:t>Terceiro nível</a:t>
            </a:r>
          </a:p>
          <a:p>
            <a:pPr lvl="3" rtl="0"/>
            <a:r>
              <a:rPr lang="pt-BR" noProof="1"/>
              <a:t>Quarto nível</a:t>
            </a:r>
          </a:p>
          <a:p>
            <a:pPr lvl="4" rtl="0"/>
            <a:r>
              <a:rPr lang="pt-BR" noProof="1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 hasCustomPrompt="1"/>
          </p:nvPr>
        </p:nvSpPr>
        <p:spPr>
          <a:xfrm>
            <a:off x="5989320" y="2286000"/>
            <a:ext cx="4754880" cy="4023360"/>
          </a:xfrm>
        </p:spPr>
        <p:txBody>
          <a:bodyPr rtlCol="0"/>
          <a:lstStyle/>
          <a:p>
            <a:pPr lvl="0" rtl="0"/>
            <a:r>
              <a:rPr lang="pt-BR" noProof="1"/>
              <a:t>Clique para editar o texto Mestre</a:t>
            </a:r>
          </a:p>
          <a:p>
            <a:pPr lvl="1" rtl="0"/>
            <a:r>
              <a:rPr lang="pt-BR" noProof="1"/>
              <a:t>Segundo nível</a:t>
            </a:r>
          </a:p>
          <a:p>
            <a:pPr lvl="2" rtl="0"/>
            <a:r>
              <a:rPr lang="pt-BR" noProof="1"/>
              <a:t>Terceiro nível</a:t>
            </a:r>
          </a:p>
          <a:p>
            <a:pPr lvl="3" rtl="0"/>
            <a:r>
              <a:rPr lang="pt-BR" noProof="1"/>
              <a:t>Quarto nível</a:t>
            </a:r>
          </a:p>
          <a:p>
            <a:pPr lvl="4" rtl="0"/>
            <a:r>
              <a:rPr lang="pt-BR" noProof="1"/>
              <a:t>Quinto nível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677F04DB-A7C8-4A03-A390-FF466E07A079}" type="datetime1">
              <a:rPr lang="pt-BR" noProof="1" smtClean="0"/>
              <a:t>20/09/2025</a:t>
            </a:fld>
            <a:endParaRPr lang="pt-BR" noProof="1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1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pt-BR" noProof="1" dirty="0" smtClean="0"/>
              <a:t>‹nº›</a:t>
            </a:fld>
            <a:endParaRPr lang="pt-BR" noProof="1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ítulo 9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pt-BR" noProof="1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 hasCustomPrompt="1"/>
          </p:nvPr>
        </p:nvSpPr>
        <p:spPr>
          <a:xfrm>
            <a:off x="1024128" y="2179636"/>
            <a:ext cx="4754880" cy="822960"/>
          </a:xfrm>
        </p:spPr>
        <p:txBody>
          <a:bodyPr lIns="137160" rIns="137160" rtlCol="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1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 hasCustomPrompt="1"/>
          </p:nvPr>
        </p:nvSpPr>
        <p:spPr>
          <a:xfrm>
            <a:off x="1024128" y="2967788"/>
            <a:ext cx="4754880" cy="3341572"/>
          </a:xfrm>
        </p:spPr>
        <p:txBody>
          <a:bodyPr rtlCol="0"/>
          <a:lstStyle/>
          <a:p>
            <a:pPr lvl="0" rtl="0"/>
            <a:r>
              <a:rPr lang="pt-BR" noProof="1"/>
              <a:t>Clique para editar o texto Mestre</a:t>
            </a:r>
          </a:p>
          <a:p>
            <a:pPr lvl="1" rtl="0"/>
            <a:r>
              <a:rPr lang="pt-BR" noProof="1"/>
              <a:t>Segundo nível</a:t>
            </a:r>
          </a:p>
          <a:p>
            <a:pPr lvl="2" rtl="0"/>
            <a:r>
              <a:rPr lang="pt-BR" noProof="1"/>
              <a:t>Terceiro nível</a:t>
            </a:r>
          </a:p>
          <a:p>
            <a:pPr lvl="3" rtl="0"/>
            <a:r>
              <a:rPr lang="pt-BR" noProof="1"/>
              <a:t>Quarto nível</a:t>
            </a:r>
          </a:p>
          <a:p>
            <a:pPr lvl="4" rtl="0"/>
            <a:r>
              <a:rPr lang="pt-BR" noProof="1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 hasCustomPrompt="1"/>
          </p:nvPr>
        </p:nvSpPr>
        <p:spPr>
          <a:xfrm>
            <a:off x="5990888" y="2179636"/>
            <a:ext cx="4754880" cy="822960"/>
          </a:xfrm>
        </p:spPr>
        <p:txBody>
          <a:bodyPr lIns="137160" rIns="137160" rtlCol="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pt-BR" noProof="1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 hasCustomPrompt="1"/>
          </p:nvPr>
        </p:nvSpPr>
        <p:spPr>
          <a:xfrm>
            <a:off x="5990888" y="2967788"/>
            <a:ext cx="4754880" cy="3341572"/>
          </a:xfrm>
        </p:spPr>
        <p:txBody>
          <a:bodyPr rtlCol="0"/>
          <a:lstStyle/>
          <a:p>
            <a:pPr lvl="0" rtl="0"/>
            <a:r>
              <a:rPr lang="pt-BR" noProof="1"/>
              <a:t>Clique para editar o texto Mestre</a:t>
            </a:r>
          </a:p>
          <a:p>
            <a:pPr lvl="1" rtl="0"/>
            <a:r>
              <a:rPr lang="pt-BR" noProof="1"/>
              <a:t>Segundo nível</a:t>
            </a:r>
          </a:p>
          <a:p>
            <a:pPr lvl="2" rtl="0"/>
            <a:r>
              <a:rPr lang="pt-BR" noProof="1"/>
              <a:t>Terceiro nível</a:t>
            </a:r>
          </a:p>
          <a:p>
            <a:pPr lvl="3" rtl="0"/>
            <a:r>
              <a:rPr lang="pt-BR" noProof="1"/>
              <a:t>Quarto nível</a:t>
            </a:r>
          </a:p>
          <a:p>
            <a:pPr lvl="4" rtl="0"/>
            <a:r>
              <a:rPr lang="pt-BR" noProof="1"/>
              <a:t>Quinto nível</a:t>
            </a:r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4B593EC-2F08-44C6-ABE6-DDD998346E60}" type="datetime1">
              <a:rPr lang="pt-BR" noProof="1" smtClean="0"/>
              <a:t>20/09/2025</a:t>
            </a:fld>
            <a:endParaRPr lang="pt-BR" noProof="1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1"/>
          </a:p>
        </p:txBody>
      </p:sp>
      <p:sp>
        <p:nvSpPr>
          <p:cNvPr id="9" name="Espaço Reservado para o Número do Slide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pt-BR" noProof="1" dirty="0" smtClean="0"/>
              <a:t>‹nº›</a:t>
            </a:fld>
            <a:endParaRPr lang="pt-BR" noProof="1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/>
          <a:p>
            <a:pPr rtl="0"/>
            <a:r>
              <a:rPr lang="pt-BR" noProof="1"/>
              <a:t>Clique para editar o estilo de título Mestre</a:t>
            </a:r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25D5DED-087C-4044-A01E-71A37BA13494}" type="datetime1">
              <a:rPr lang="pt-BR" noProof="1" smtClean="0"/>
              <a:t>20/09/2025</a:t>
            </a:fld>
            <a:endParaRPr lang="pt-BR" noProof="1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1"/>
          </a:p>
        </p:txBody>
      </p:sp>
      <p:sp>
        <p:nvSpPr>
          <p:cNvPr id="5" name="Espaço Reservado para o Número do Slide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pt-BR" noProof="1" dirty="0" smtClean="0"/>
              <a:t>‹nº›</a:t>
            </a:fld>
            <a:endParaRPr lang="pt-BR" noProof="1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808423E9-1DB6-4230-88B5-F7BE0B79B8DA}" type="datetime1">
              <a:rPr lang="pt-BR" noProof="1" smtClean="0"/>
              <a:t>20/09/2025</a:t>
            </a:fld>
            <a:endParaRPr lang="pt-BR" noProof="1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1"/>
          </a:p>
        </p:txBody>
      </p:sp>
      <p:sp>
        <p:nvSpPr>
          <p:cNvPr id="4" name="Espaço reservado para o número do slide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pt-BR" noProof="1" dirty="0" smtClean="0"/>
              <a:t>‹nº›</a:t>
            </a:fld>
            <a:endParaRPr lang="pt-BR" noProof="1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ítulo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 rtlCol="0"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pPr rtl="0"/>
            <a:r>
              <a:rPr lang="pt-BR" noProof="1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 hasCustomPrompt="1"/>
          </p:nvPr>
        </p:nvSpPr>
        <p:spPr>
          <a:xfrm>
            <a:off x="5715000" y="822960"/>
            <a:ext cx="5678424" cy="5184648"/>
          </a:xfrm>
        </p:spPr>
        <p:txBody>
          <a:bodyPr rtlCol="0"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 rtl="0"/>
            <a:r>
              <a:rPr lang="pt-BR" noProof="1"/>
              <a:t>Clique para editar o texto Mestre</a:t>
            </a:r>
          </a:p>
          <a:p>
            <a:pPr lvl="1" rtl="0"/>
            <a:r>
              <a:rPr lang="pt-BR" noProof="1"/>
              <a:t>Segundo nível</a:t>
            </a:r>
          </a:p>
          <a:p>
            <a:pPr lvl="2" rtl="0"/>
            <a:r>
              <a:rPr lang="pt-BR" noProof="1"/>
              <a:t>Terceiro nível</a:t>
            </a:r>
          </a:p>
          <a:p>
            <a:pPr lvl="3" rtl="0"/>
            <a:r>
              <a:rPr lang="pt-BR" noProof="1"/>
              <a:t>Quarto nível</a:t>
            </a:r>
          </a:p>
          <a:p>
            <a:pPr lvl="4" rtl="0"/>
            <a:r>
              <a:rPr lang="pt-BR" noProof="1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 hasCustomPrompt="1"/>
          </p:nvPr>
        </p:nvSpPr>
        <p:spPr>
          <a:xfrm>
            <a:off x="1024128" y="2257506"/>
            <a:ext cx="4389120" cy="3762294"/>
          </a:xfrm>
        </p:spPr>
        <p:txBody>
          <a:bodyPr lIns="91440" rIns="91440" rtlCol="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pt-BR" noProof="1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68E18BF6-C54B-4774-B74E-64B13634CEBD}" type="datetime1">
              <a:rPr lang="pt-BR" noProof="1" smtClean="0"/>
              <a:t>20/09/2025</a:t>
            </a:fld>
            <a:endParaRPr lang="pt-BR" noProof="1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1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pt-BR" noProof="1" dirty="0" smtClean="0"/>
              <a:t>‹nº›</a:t>
            </a:fld>
            <a:endParaRPr lang="pt-BR" noProof="1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457200" y="4960138"/>
            <a:ext cx="7772400" cy="1463040"/>
          </a:xfrm>
        </p:spPr>
        <p:txBody>
          <a:bodyPr rtlCol="0" anchor="ctr">
            <a:normAutofit/>
          </a:bodyPr>
          <a:lstStyle>
            <a:lvl1pPr algn="r">
              <a:defRPr sz="5000" spc="200" baseline="0"/>
            </a:lvl1pPr>
          </a:lstStyle>
          <a:p>
            <a:pPr rtl="0"/>
            <a:r>
              <a:rPr lang="pt-BR" noProof="1"/>
              <a:t>Clique para editar o estilo de título Mestre</a:t>
            </a:r>
          </a:p>
        </p:txBody>
      </p:sp>
      <p:sp>
        <p:nvSpPr>
          <p:cNvPr id="3" name="Espaço Reservado para Imagem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rIns="45720" bIns="45720" rtlCol="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pt-BR" noProof="1"/>
              <a:t>Clique no ícone para adicionar uma imagem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 hasCustomPrompt="1"/>
          </p:nvPr>
        </p:nvSpPr>
        <p:spPr>
          <a:xfrm>
            <a:off x="8610600" y="4960138"/>
            <a:ext cx="3200400" cy="1463040"/>
          </a:xfrm>
        </p:spPr>
        <p:txBody>
          <a:bodyPr lIns="91440" rIns="91440" rtlCol="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pt-BR" noProof="1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5366459E-9F7E-4AD8-ABE1-A057363D4744}" type="datetime1">
              <a:rPr lang="pt-BR" noProof="1" smtClean="0"/>
              <a:t>20/09/2025</a:t>
            </a:fld>
            <a:endParaRPr lang="pt-BR" noProof="1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1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67E5644-1E61-4311-A31E-84CB9C7AA8A9}" type="slidenum">
              <a:rPr lang="pt-BR" noProof="1" dirty="0" smtClean="0"/>
              <a:t>‹nº›</a:t>
            </a:fld>
            <a:endParaRPr lang="pt-BR" noProof="1"/>
          </a:p>
        </p:txBody>
      </p:sp>
      <p:cxnSp>
        <p:nvCxnSpPr>
          <p:cNvPr id="8" name="Conector Reto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/>
          <a:p>
            <a:pPr rtl="0"/>
            <a:r>
              <a:rPr lang="pt-BR" noProof="1"/>
              <a:t>Clique para editar o estilo de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 rtlCol="0"/>
          <a:lstStyle/>
          <a:p>
            <a:pPr lvl="0" rtl="0"/>
            <a:r>
              <a:rPr lang="pt-BR" noProof="1"/>
              <a:t>Clique para editar o texto Mestre</a:t>
            </a:r>
          </a:p>
          <a:p>
            <a:pPr lvl="1" rtl="0"/>
            <a:r>
              <a:rPr lang="pt-BR" noProof="1"/>
              <a:t>Segundo nível</a:t>
            </a:r>
          </a:p>
          <a:p>
            <a:pPr lvl="2" rtl="0"/>
            <a:r>
              <a:rPr lang="pt-BR" noProof="1"/>
              <a:t>Terceiro nível</a:t>
            </a:r>
          </a:p>
          <a:p>
            <a:pPr lvl="3" rtl="0"/>
            <a:r>
              <a:rPr lang="pt-BR" noProof="1"/>
              <a:t>Quarto nível</a:t>
            </a:r>
          </a:p>
          <a:p>
            <a:pPr lvl="4" rtl="0"/>
            <a:r>
              <a:rPr lang="pt-BR" noProof="1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5D014EE-1076-4685-AE78-7B1C143CD568}" type="datetime1">
              <a:rPr lang="pt-BR" noProof="1" smtClean="0"/>
              <a:t>20/09/2025</a:t>
            </a:fld>
            <a:endParaRPr lang="pt-BR" noProof="1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1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pt-BR" noProof="1" dirty="0" smtClean="0"/>
              <a:t>‹nº›</a:t>
            </a:fld>
            <a:endParaRPr lang="pt-BR" noProof="1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 hasCustomPrompt="1"/>
          </p:nvPr>
        </p:nvSpPr>
        <p:spPr>
          <a:xfrm>
            <a:off x="8724901" y="762000"/>
            <a:ext cx="2628900" cy="5410200"/>
          </a:xfrm>
        </p:spPr>
        <p:txBody>
          <a:bodyPr vert="eaVert" lIns="45720" tIns="91440" rIns="45720" bIns="91440" rtlCol="0"/>
          <a:lstStyle/>
          <a:p>
            <a:pPr rtl="0"/>
            <a:r>
              <a:rPr lang="pt-BR" noProof="1"/>
              <a:t>Clique para editar o estilo de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 hasCustomPrompt="1"/>
          </p:nvPr>
        </p:nvSpPr>
        <p:spPr>
          <a:xfrm>
            <a:off x="990601" y="762000"/>
            <a:ext cx="7581900" cy="5410200"/>
          </a:xfrm>
        </p:spPr>
        <p:txBody>
          <a:bodyPr vert="eaVert" rtlCol="0"/>
          <a:lstStyle/>
          <a:p>
            <a:pPr lvl="0" rtl="0"/>
            <a:r>
              <a:rPr lang="pt-BR" noProof="1"/>
              <a:t>Clique para editar o texto Mestre</a:t>
            </a:r>
          </a:p>
          <a:p>
            <a:pPr lvl="1" rtl="0"/>
            <a:r>
              <a:rPr lang="pt-BR" noProof="1"/>
              <a:t>Segundo nível</a:t>
            </a:r>
          </a:p>
          <a:p>
            <a:pPr lvl="2" rtl="0"/>
            <a:r>
              <a:rPr lang="pt-BR" noProof="1"/>
              <a:t>Terceiro nível</a:t>
            </a:r>
          </a:p>
          <a:p>
            <a:pPr lvl="3" rtl="0"/>
            <a:r>
              <a:rPr lang="pt-BR" noProof="1"/>
              <a:t>Quarto nível</a:t>
            </a:r>
          </a:p>
          <a:p>
            <a:pPr lvl="4" rtl="0"/>
            <a:r>
              <a:rPr lang="pt-BR" noProof="1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17238825-B43B-4B14-B624-1C85BDF721B5}" type="datetime1">
              <a:rPr lang="pt-BR" noProof="1" smtClean="0"/>
              <a:t>20/09/2025</a:t>
            </a:fld>
            <a:endParaRPr lang="pt-BR" noProof="1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1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pt-BR" noProof="1" dirty="0" smtClean="0"/>
              <a:t>‹nº›</a:t>
            </a:fld>
            <a:endParaRPr lang="pt-BR" noProof="1"/>
          </a:p>
        </p:txBody>
      </p:sp>
      <p:cxnSp>
        <p:nvCxnSpPr>
          <p:cNvPr id="7" name="Conector reto 6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pt-BR" noProof="1"/>
              <a:t>Clique para editar o estilo de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 rtl="0"/>
            <a:r>
              <a:rPr lang="pt-BR" noProof="1"/>
              <a:t>Clique para editar o texto Mestre</a:t>
            </a:r>
          </a:p>
          <a:p>
            <a:pPr lvl="1" rtl="0"/>
            <a:r>
              <a:rPr lang="pt-BR" noProof="1"/>
              <a:t>Segundo nível</a:t>
            </a:r>
          </a:p>
          <a:p>
            <a:pPr lvl="2" rtl="0"/>
            <a:r>
              <a:rPr lang="pt-BR" noProof="1"/>
              <a:t>Terceiro nível</a:t>
            </a:r>
          </a:p>
          <a:p>
            <a:pPr lvl="3" rtl="0"/>
            <a:r>
              <a:rPr lang="pt-BR" noProof="1"/>
              <a:t>Quarto nível</a:t>
            </a:r>
          </a:p>
          <a:p>
            <a:pPr lvl="4" rtl="0"/>
            <a:r>
              <a:rPr lang="pt-BR" noProof="1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pPr rtl="0"/>
            <a:fld id="{8071EC9B-CAF5-4D8C-962A-CE3A64DB1FC2}" type="datetime1">
              <a:rPr lang="pt-BR" noProof="1" smtClean="0"/>
              <a:t>20/09/2025</a:t>
            </a:fld>
            <a:endParaRPr lang="pt-BR" noProof="1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pPr rtl="0"/>
            <a:endParaRPr lang="pt-BR" noProof="1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pPr rtl="0"/>
            <a:fld id="{4FAB73BC-B049-4115-A692-8D63A059BFB8}" type="slidenum">
              <a:rPr lang="pt-BR" noProof="1" dirty="0" smtClean="0"/>
              <a:pPr rtl="0"/>
              <a:t>‹nº›</a:t>
            </a:fld>
            <a:endParaRPr lang="pt-BR" noProof="1"/>
          </a:p>
        </p:txBody>
      </p:sp>
      <p:cxnSp>
        <p:nvCxnSpPr>
          <p:cNvPr id="7" name="Conector reto 6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0" r:id="rId9"/>
    <p:sldLayoutId id="2147483658" r:id="rId10"/>
    <p:sldLayoutId id="2147483659" r:id="rId11"/>
  </p:sldLayoutIdLst>
  <p:hf sldNum="0"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adoptium.net/pt-BR/temurin/releases?version=21&amp;os=any&amp;arch=any" TargetMode="External"/><Relationship Id="rId2" Type="http://schemas.openxmlformats.org/officeDocument/2006/relationships/hyperlink" Target="https://learn.microsoft.com/pt-br/java/openjdk/download#openjdk-21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eclipse.org/downloads/" TargetMode="External"/><Relationship Id="rId5" Type="http://schemas.openxmlformats.org/officeDocument/2006/relationships/hyperlink" Target="https://adoptium.net/pt-BR/temurin/releases?version=8&amp;os=any&amp;arch=any" TargetMode="External"/><Relationship Id="rId4" Type="http://schemas.openxmlformats.org/officeDocument/2006/relationships/hyperlink" Target="https://developers.redhat.com/products/openjdk/download" TargetMode="Externa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mailto:daniel.h.paiva@ulife.com.br" TargetMode="External"/><Relationship Id="rId2" Type="http://schemas.openxmlformats.org/officeDocument/2006/relationships/hyperlink" Target="mailto:profdanhpaiva@gmail.com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tângulo 18">
            <a:extLst>
              <a:ext uri="{FF2B5EF4-FFF2-40B4-BE49-F238E27FC236}">
                <a16:creationId xmlns:a16="http://schemas.microsoft.com/office/drawing/2014/main" id="{2FDF0794-1B86-42B2-B8C7-F60123E638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74" y="0"/>
            <a:ext cx="12188726" cy="68589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noProof="1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230BD1B1-AA22-48F1-B3ED-579CD28460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2444" b="-1"/>
          <a:stretch/>
        </p:blipFill>
        <p:spPr>
          <a:xfrm>
            <a:off x="20" y="975"/>
            <a:ext cx="12191980" cy="6858000"/>
          </a:xfrm>
          <a:prstGeom prst="rect">
            <a:avLst/>
          </a:prstGeom>
        </p:spPr>
      </p:pic>
      <p:sp>
        <p:nvSpPr>
          <p:cNvPr id="21" name="Retângulo 20">
            <a:extLst>
              <a:ext uri="{FF2B5EF4-FFF2-40B4-BE49-F238E27FC236}">
                <a16:creationId xmlns:a16="http://schemas.microsoft.com/office/drawing/2014/main" id="{EAA48FC5-3C83-4F1B-BC33-DF0B588F83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96786" y="3064931"/>
            <a:ext cx="8295215" cy="2488568"/>
          </a:xfrm>
          <a:prstGeom prst="rect">
            <a:avLst/>
          </a:prstGeom>
          <a:solidFill>
            <a:srgbClr val="000001">
              <a:alpha val="7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noProof="1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E3D84FB-5D02-47D2-98FD-4F01A02E2A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09349" y="3429000"/>
            <a:ext cx="7501651" cy="1090938"/>
          </a:xfrm>
        </p:spPr>
        <p:txBody>
          <a:bodyPr rtlCol="0" anchor="b">
            <a:normAutofit fontScale="90000"/>
          </a:bodyPr>
          <a:lstStyle/>
          <a:p>
            <a:pPr algn="l"/>
            <a:r>
              <a:rPr lang="pt-BR" noProof="1">
                <a:solidFill>
                  <a:srgbClr val="FFFFFF"/>
                </a:solidFill>
              </a:rPr>
              <a:t>Programação de Soluções computacionais - instalações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9F6641D-ADF3-40BD-9BA3-E740E77C88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309349" y="4779313"/>
            <a:ext cx="7501650" cy="514816"/>
          </a:xfrm>
        </p:spPr>
        <p:txBody>
          <a:bodyPr rtlCol="0" anchor="t">
            <a:normAutofit fontScale="92500" lnSpcReduction="20000"/>
          </a:bodyPr>
          <a:lstStyle/>
          <a:p>
            <a:pPr rtl="0"/>
            <a:r>
              <a:rPr lang="pt-BR" noProof="1">
                <a:solidFill>
                  <a:srgbClr val="FFFFFF"/>
                </a:solidFill>
              </a:rPr>
              <a:t>Centro Universitário UNA</a:t>
            </a:r>
            <a:br>
              <a:rPr lang="pt-BR" noProof="1">
                <a:solidFill>
                  <a:srgbClr val="FFFFFF"/>
                </a:solidFill>
              </a:rPr>
            </a:br>
            <a:r>
              <a:rPr lang="pt-BR" noProof="1">
                <a:solidFill>
                  <a:srgbClr val="FFFFFF"/>
                </a:solidFill>
              </a:rPr>
              <a:t>Daniel Henrique Matos de Paiva</a:t>
            </a:r>
          </a:p>
        </p:txBody>
      </p:sp>
      <p:cxnSp>
        <p:nvCxnSpPr>
          <p:cNvPr id="23" name="Conector Reto 22">
            <a:extLst>
              <a:ext uri="{FF2B5EF4-FFF2-40B4-BE49-F238E27FC236}">
                <a16:creationId xmlns:a16="http://schemas.microsoft.com/office/drawing/2014/main" id="{62F01714-1A39-4194-BD47-8A9960C599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309349" y="4666480"/>
            <a:ext cx="6832499" cy="0"/>
          </a:xfrm>
          <a:prstGeom prst="line">
            <a:avLst/>
          </a:prstGeom>
          <a:ln w="22225">
            <a:solidFill>
              <a:srgbClr val="4AC4E3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6" name="Imagem 5">
            <a:extLst>
              <a:ext uri="{FF2B5EF4-FFF2-40B4-BE49-F238E27FC236}">
                <a16:creationId xmlns:a16="http://schemas.microsoft.com/office/drawing/2014/main" id="{D5D4B85A-CF2A-F3F1-A35F-75BEFCD98C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10999" y="364444"/>
            <a:ext cx="3200000" cy="1800000"/>
          </a:xfrm>
          <a:prstGeom prst="rect">
            <a:avLst/>
          </a:prstGeom>
          <a:effectLst>
            <a:softEdge rad="317500"/>
          </a:effectLst>
        </p:spPr>
      </p:pic>
    </p:spTree>
    <p:extLst>
      <p:ext uri="{BB962C8B-B14F-4D97-AF65-F5344CB8AC3E}">
        <p14:creationId xmlns:p14="http://schemas.microsoft.com/office/powerpoint/2010/main" val="28062570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5CD78A-8BE0-8AA0-16C3-8F95DD848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Baixe o </a:t>
            </a:r>
            <a:r>
              <a:rPr lang="pt-BR" dirty="0" err="1"/>
              <a:t>openjdk</a:t>
            </a:r>
            <a:r>
              <a:rPr lang="pt-BR" dirty="0"/>
              <a:t> e o eclipse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D1E65D1-4A08-6C5B-257D-9635448282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2143" y="1880557"/>
            <a:ext cx="12007970" cy="4666891"/>
          </a:xfrm>
        </p:spPr>
        <p:txBody>
          <a:bodyPr>
            <a:normAutofit/>
          </a:bodyPr>
          <a:lstStyle/>
          <a:p>
            <a:r>
              <a:rPr lang="pt-BR" sz="3000" dirty="0">
                <a:latin typeface="Roboto" panose="02000000000000000000" pitchFamily="2" charset="0"/>
                <a:ea typeface="Roboto" panose="02000000000000000000" pitchFamily="2" charset="0"/>
              </a:rPr>
              <a:t>Escolha a Versão 21 ou 17</a:t>
            </a:r>
          </a:p>
          <a:p>
            <a:r>
              <a:rPr lang="pt-BR" sz="3000" dirty="0">
                <a:latin typeface="Roboto" panose="02000000000000000000" pitchFamily="2" charset="0"/>
                <a:ea typeface="Roboto" panose="02000000000000000000" pitchFamily="2" charset="0"/>
              </a:rPr>
              <a:t>Link 1 </a:t>
            </a:r>
            <a:r>
              <a:rPr lang="pt-BR" sz="3000" b="1" dirty="0" err="1">
                <a:latin typeface="Roboto" panose="02000000000000000000" pitchFamily="2" charset="0"/>
                <a:ea typeface="Roboto" panose="02000000000000000000" pitchFamily="2" charset="0"/>
              </a:rPr>
              <a:t>OpenJDK</a:t>
            </a:r>
            <a:r>
              <a:rPr lang="pt-BR" sz="3000" b="1" dirty="0">
                <a:latin typeface="Roboto" panose="02000000000000000000" pitchFamily="2" charset="0"/>
                <a:ea typeface="Roboto" panose="02000000000000000000" pitchFamily="2" charset="0"/>
              </a:rPr>
              <a:t> 21 </a:t>
            </a:r>
            <a:r>
              <a:rPr lang="pt-BR" sz="3000" dirty="0">
                <a:latin typeface="Roboto" panose="02000000000000000000" pitchFamily="2" charset="0"/>
                <a:ea typeface="Roboto" panose="02000000000000000000" pitchFamily="2" charset="0"/>
              </a:rPr>
              <a:t>LTS: </a:t>
            </a:r>
          </a:p>
          <a:p>
            <a:r>
              <a:rPr lang="pt-BR" sz="2000" dirty="0">
                <a:latin typeface="Roboto" panose="02000000000000000000" pitchFamily="2" charset="0"/>
                <a:ea typeface="Roboto" panose="02000000000000000000" pitchFamily="2" charset="0"/>
                <a:hlinkClick r:id="rId2"/>
              </a:rPr>
              <a:t>https://learn.microsoft.com/pt-br/java/openjdk/download#openjdk-21</a:t>
            </a:r>
            <a:endParaRPr lang="pt-BR" sz="2000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r>
              <a:rPr lang="pt-BR" sz="2000" dirty="0">
                <a:latin typeface="Roboto" panose="02000000000000000000" pitchFamily="2" charset="0"/>
                <a:ea typeface="Roboto" panose="02000000000000000000" pitchFamily="2" charset="0"/>
                <a:hlinkClick r:id="rId3"/>
              </a:rPr>
              <a:t>https://adoptium.net/pt-BR/temurin/releases?version=21&amp;os=any&amp;arch=any</a:t>
            </a:r>
            <a:endParaRPr lang="pt-BR" sz="2000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r>
              <a:rPr lang="pt-BR" sz="3000" dirty="0">
                <a:latin typeface="Roboto" panose="02000000000000000000" pitchFamily="2" charset="0"/>
                <a:ea typeface="Roboto" panose="02000000000000000000" pitchFamily="2" charset="0"/>
              </a:rPr>
              <a:t>Link 2 </a:t>
            </a:r>
            <a:r>
              <a:rPr lang="pt-BR" sz="3000" b="1" dirty="0" err="1">
                <a:latin typeface="Roboto" panose="02000000000000000000" pitchFamily="2" charset="0"/>
                <a:ea typeface="Roboto" panose="02000000000000000000" pitchFamily="2" charset="0"/>
              </a:rPr>
              <a:t>OpenJDK</a:t>
            </a:r>
            <a:r>
              <a:rPr lang="pt-BR" sz="3000" b="1" dirty="0">
                <a:latin typeface="Roboto" panose="02000000000000000000" pitchFamily="2" charset="0"/>
                <a:ea typeface="Roboto" panose="02000000000000000000" pitchFamily="2" charset="0"/>
              </a:rPr>
              <a:t> 17 </a:t>
            </a:r>
            <a:r>
              <a:rPr lang="pt-BR" sz="3000" dirty="0">
                <a:latin typeface="Roboto" panose="02000000000000000000" pitchFamily="2" charset="0"/>
                <a:ea typeface="Roboto" panose="02000000000000000000" pitchFamily="2" charset="0"/>
              </a:rPr>
              <a:t>LTS:</a:t>
            </a:r>
            <a:br>
              <a:rPr lang="pt-BR" sz="3000" dirty="0">
                <a:latin typeface="Roboto" panose="02000000000000000000" pitchFamily="2" charset="0"/>
                <a:ea typeface="Roboto" panose="02000000000000000000" pitchFamily="2" charset="0"/>
              </a:rPr>
            </a:br>
            <a:r>
              <a:rPr lang="pt-BR" sz="2000" dirty="0">
                <a:latin typeface="Roboto" panose="02000000000000000000" pitchFamily="2" charset="0"/>
                <a:ea typeface="Roboto" panose="02000000000000000000" pitchFamily="2" charset="0"/>
                <a:hlinkClick r:id="rId4"/>
              </a:rPr>
              <a:t>https://developers.redhat.com/products/openjdk/download</a:t>
            </a:r>
            <a:endParaRPr lang="pt-BR" sz="2000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r>
              <a:rPr lang="pt-BR" sz="2000" dirty="0" err="1">
                <a:latin typeface="Roboto" panose="02000000000000000000" pitchFamily="2" charset="0"/>
                <a:ea typeface="Roboto" panose="02000000000000000000" pitchFamily="2" charset="0"/>
              </a:rPr>
              <a:t>Pcs</a:t>
            </a:r>
            <a:r>
              <a:rPr lang="pt-BR" sz="2000" dirty="0">
                <a:latin typeface="Roboto" panose="02000000000000000000" pitchFamily="2" charset="0"/>
                <a:ea typeface="Roboto" panose="02000000000000000000" pitchFamily="2" charset="0"/>
              </a:rPr>
              <a:t> antigos podem necessitar da versão </a:t>
            </a:r>
            <a:r>
              <a:rPr lang="pt-BR" sz="2000" b="1" dirty="0">
                <a:latin typeface="Roboto" panose="02000000000000000000" pitchFamily="2" charset="0"/>
                <a:ea typeface="Roboto" panose="02000000000000000000" pitchFamily="2" charset="0"/>
              </a:rPr>
              <a:t>8</a:t>
            </a:r>
            <a:r>
              <a:rPr lang="pt-BR" sz="2000" dirty="0">
                <a:latin typeface="Roboto" panose="02000000000000000000" pitchFamily="2" charset="0"/>
                <a:ea typeface="Roboto" panose="02000000000000000000" pitchFamily="2" charset="0"/>
              </a:rPr>
              <a:t>: </a:t>
            </a:r>
            <a:br>
              <a:rPr lang="pt-BR" sz="2000" dirty="0">
                <a:latin typeface="Roboto" panose="02000000000000000000" pitchFamily="2" charset="0"/>
                <a:ea typeface="Roboto" panose="02000000000000000000" pitchFamily="2" charset="0"/>
              </a:rPr>
            </a:br>
            <a:r>
              <a:rPr lang="pt-BR" sz="2000" dirty="0">
                <a:latin typeface="Roboto" panose="02000000000000000000" pitchFamily="2" charset="0"/>
                <a:ea typeface="Roboto" panose="02000000000000000000" pitchFamily="2" charset="0"/>
                <a:hlinkClick r:id="rId5"/>
              </a:rPr>
              <a:t>https://adoptium.net/pt-BR/temurin/releases?version=8&amp;os=any&amp;arch=any</a:t>
            </a:r>
            <a:endParaRPr lang="pt-BR" sz="2000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r>
              <a:rPr lang="pt-BR" sz="3000" dirty="0">
                <a:latin typeface="Roboto" panose="02000000000000000000" pitchFamily="2" charset="0"/>
                <a:ea typeface="Roboto" panose="02000000000000000000" pitchFamily="2" charset="0"/>
              </a:rPr>
              <a:t>Link Eclipse IDE :</a:t>
            </a:r>
            <a:br>
              <a:rPr lang="pt-BR" sz="3000" dirty="0">
                <a:latin typeface="Roboto" panose="02000000000000000000" pitchFamily="2" charset="0"/>
                <a:ea typeface="Roboto" panose="02000000000000000000" pitchFamily="2" charset="0"/>
              </a:rPr>
            </a:br>
            <a:r>
              <a:rPr lang="pt-BR" sz="2000" dirty="0">
                <a:latin typeface="Roboto" panose="02000000000000000000" pitchFamily="2" charset="0"/>
                <a:ea typeface="Roboto" panose="02000000000000000000" pitchFamily="2" charset="0"/>
                <a:hlinkClick r:id="rId6"/>
              </a:rPr>
              <a:t>https://www.eclipse.org/downloads/</a:t>
            </a:r>
            <a:endParaRPr lang="pt-BR" sz="2000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endParaRPr lang="pt-BR" sz="30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77853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5CD78A-8BE0-8AA0-16C3-8F95DD848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Instalando o </a:t>
            </a:r>
            <a:r>
              <a:rPr lang="pt-BR" dirty="0" err="1"/>
              <a:t>Openjdk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D1E65D1-4A08-6C5B-257D-9635448282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sz="2500" dirty="0"/>
              <a:t>Vamos instalar a versão 21 LTS.</a:t>
            </a:r>
            <a:br>
              <a:rPr lang="pt-BR" sz="2500" dirty="0"/>
            </a:br>
            <a:r>
              <a:rPr lang="pt-BR" sz="2500" dirty="0"/>
              <a:t>Clique em Next:</a:t>
            </a:r>
            <a:br>
              <a:rPr lang="pt-BR" dirty="0"/>
            </a:br>
            <a:br>
              <a:rPr lang="pt-BR" dirty="0"/>
            </a:br>
            <a:endParaRPr lang="pt-BR" dirty="0"/>
          </a:p>
          <a:p>
            <a:endParaRPr lang="pt-BR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776669C5-9336-EAAA-159C-9D15548A694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5761930" y="1735258"/>
            <a:ext cx="6149978" cy="4767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7822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ADBE8A-9549-A269-EA35-E66C8E2863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66E2D2A-13D3-531F-CC8A-4B613066DB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Instalando o </a:t>
            </a:r>
            <a:r>
              <a:rPr lang="pt-BR" dirty="0" err="1"/>
              <a:t>Openjdk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02CDCE3-F855-EBD9-44FE-2E9EA00FF3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sz="2500" dirty="0"/>
              <a:t>Aceite os termos:</a:t>
            </a:r>
            <a:endParaRPr lang="pt-BR" dirty="0"/>
          </a:p>
          <a:p>
            <a:endParaRPr lang="pt-BR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71EE8D67-3E73-C939-B964-987570B560C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4578882" y="1769125"/>
            <a:ext cx="6060739" cy="4767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30190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5CD78A-8BE0-8AA0-16C3-8F95DD848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Instalando o </a:t>
            </a:r>
            <a:r>
              <a:rPr lang="pt-BR" dirty="0" err="1"/>
              <a:t>Openjdk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D1E65D1-4A08-6C5B-257D-9635448282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2500" dirty="0"/>
              <a:t>Deixe Habilitado a variável de ambiente:</a:t>
            </a:r>
            <a:br>
              <a:rPr lang="pt-BR" sz="2500" dirty="0"/>
            </a:br>
            <a:r>
              <a:rPr lang="pt-BR" sz="2500" dirty="0"/>
              <a:t>“</a:t>
            </a:r>
            <a:r>
              <a:rPr lang="pt-BR" sz="2500" dirty="0">
                <a:latin typeface="Cascadia Code" panose="020B0609020000020004" pitchFamily="49" charset="0"/>
                <a:cs typeface="Cascadia Code" panose="020B0609020000020004" pitchFamily="49" charset="0"/>
              </a:rPr>
              <a:t>JAVA_HOME</a:t>
            </a:r>
            <a:r>
              <a:rPr lang="pt-BR" sz="2500" dirty="0"/>
              <a:t>” </a:t>
            </a:r>
          </a:p>
          <a:p>
            <a:r>
              <a:rPr lang="pt-BR" sz="2500" dirty="0"/>
              <a:t>E Clique novamente em “Next”:</a:t>
            </a:r>
            <a:br>
              <a:rPr lang="pt-BR" sz="2500" dirty="0"/>
            </a:br>
            <a:br>
              <a:rPr lang="pt-BR" sz="2500" dirty="0"/>
            </a:br>
            <a:endParaRPr lang="pt-BR" sz="2500" dirty="0"/>
          </a:p>
          <a:p>
            <a:endParaRPr lang="pt-BR" sz="2500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776669C5-9336-EAAA-159C-9D15548A694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6884107" y="2273634"/>
            <a:ext cx="4703815" cy="3737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44404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5CD78A-8BE0-8AA0-16C3-8F95DD848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Instalando o </a:t>
            </a:r>
            <a:r>
              <a:rPr lang="pt-BR" dirty="0" err="1"/>
              <a:t>Openjdk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D1E65D1-4A08-6C5B-257D-9635448282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Agora clique em “</a:t>
            </a:r>
            <a:r>
              <a:rPr lang="pt-BR" dirty="0" err="1"/>
              <a:t>Install</a:t>
            </a:r>
            <a:r>
              <a:rPr lang="pt-BR" dirty="0"/>
              <a:t>”.</a:t>
            </a:r>
            <a:br>
              <a:rPr lang="pt-BR" dirty="0"/>
            </a:br>
            <a:r>
              <a:rPr lang="pt-BR" dirty="0"/>
              <a:t>Aguarde a instalação .</a:t>
            </a:r>
            <a:br>
              <a:rPr lang="pt-BR" dirty="0"/>
            </a:br>
            <a:r>
              <a:rPr lang="pt-BR" dirty="0"/>
              <a:t>Se precisar aceite as modificações</a:t>
            </a:r>
            <a:br>
              <a:rPr lang="pt-BR" dirty="0"/>
            </a:br>
            <a:r>
              <a:rPr lang="pt-BR" dirty="0"/>
              <a:t>que o Windows solicita.</a:t>
            </a:r>
            <a:br>
              <a:rPr lang="pt-BR" dirty="0"/>
            </a:br>
            <a:r>
              <a:rPr lang="pt-BR" dirty="0"/>
              <a:t>Para finalizar clique</a:t>
            </a:r>
            <a:br>
              <a:rPr lang="pt-BR" dirty="0"/>
            </a:br>
            <a:r>
              <a:rPr lang="pt-BR" dirty="0"/>
              <a:t>em “FINISH”.</a:t>
            </a:r>
            <a:br>
              <a:rPr lang="pt-BR" dirty="0"/>
            </a:br>
            <a:br>
              <a:rPr lang="pt-BR" dirty="0"/>
            </a:br>
            <a:endParaRPr lang="pt-BR" dirty="0"/>
          </a:p>
          <a:p>
            <a:endParaRPr lang="pt-BR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776669C5-9336-EAAA-159C-9D15548A694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5282682" y="1773321"/>
            <a:ext cx="6017754" cy="4807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14416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29D12E-6EDB-FEB4-FDD2-1364A77B0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AAF2E44-45D9-66A7-0FF2-A143896DD2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Instalando o </a:t>
            </a:r>
            <a:r>
              <a:rPr lang="pt-BR" dirty="0" err="1"/>
              <a:t>Openjdk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2E12996-31C3-EAEE-B799-32FEB39FBC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Agora clique em “</a:t>
            </a:r>
            <a:r>
              <a:rPr lang="pt-BR" dirty="0" err="1"/>
              <a:t>Install</a:t>
            </a:r>
            <a:r>
              <a:rPr lang="pt-BR" dirty="0"/>
              <a:t>”.</a:t>
            </a:r>
            <a:br>
              <a:rPr lang="pt-BR" dirty="0"/>
            </a:br>
            <a:r>
              <a:rPr lang="pt-BR" dirty="0"/>
              <a:t>Aguarde a instalação .</a:t>
            </a:r>
            <a:br>
              <a:rPr lang="pt-BR" dirty="0"/>
            </a:br>
            <a:r>
              <a:rPr lang="pt-BR" dirty="0"/>
              <a:t>Se precisar aceite as modificações</a:t>
            </a:r>
            <a:br>
              <a:rPr lang="pt-BR" dirty="0"/>
            </a:br>
            <a:r>
              <a:rPr lang="pt-BR" dirty="0"/>
              <a:t>que o Windows solicita.</a:t>
            </a:r>
            <a:br>
              <a:rPr lang="pt-BR" dirty="0"/>
            </a:br>
            <a:r>
              <a:rPr lang="pt-BR" dirty="0"/>
              <a:t>Para finalizar clique</a:t>
            </a:r>
            <a:br>
              <a:rPr lang="pt-BR" dirty="0"/>
            </a:br>
            <a:r>
              <a:rPr lang="pt-BR" dirty="0"/>
              <a:t>em “FINISH”.</a:t>
            </a:r>
            <a:br>
              <a:rPr lang="pt-BR" dirty="0"/>
            </a:br>
            <a:br>
              <a:rPr lang="pt-BR" dirty="0"/>
            </a:br>
            <a:endParaRPr lang="pt-BR" dirty="0"/>
          </a:p>
          <a:p>
            <a:endParaRPr lang="pt-BR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D71C6E2D-DFE1-C5B1-B564-CDA7E1F9FC8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5282682" y="1832088"/>
            <a:ext cx="6017754" cy="46896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85784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5CD78A-8BE0-8AA0-16C3-8F95DD848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Instalando o </a:t>
            </a:r>
            <a:r>
              <a:rPr lang="pt-BR" dirty="0" err="1"/>
              <a:t>Openjdk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D1E65D1-4A08-6C5B-257D-9635448282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Para validar se o JDK foi instalado corretamente,</a:t>
            </a:r>
            <a:br>
              <a:rPr lang="pt-BR" dirty="0"/>
            </a:br>
            <a:r>
              <a:rPr lang="pt-BR" dirty="0"/>
              <a:t>Abra o CMD ou o Terminal do Windows</a:t>
            </a:r>
            <a:br>
              <a:rPr lang="pt-BR" dirty="0"/>
            </a:br>
            <a:r>
              <a:rPr lang="pt-BR" dirty="0"/>
              <a:t>e digite “</a:t>
            </a:r>
            <a:r>
              <a:rPr lang="pt-BR" dirty="0" err="1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java</a:t>
            </a:r>
            <a:r>
              <a:rPr lang="pt-BR" dirty="0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 --</a:t>
            </a:r>
            <a:r>
              <a:rPr lang="pt-BR" dirty="0" err="1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version</a:t>
            </a:r>
            <a:r>
              <a:rPr lang="pt-BR" dirty="0"/>
              <a:t>”</a:t>
            </a:r>
          </a:p>
          <a:p>
            <a:r>
              <a:rPr lang="pt-BR" dirty="0"/>
              <a:t>E aguarde mostrar a versão que foi instalada:</a:t>
            </a:r>
          </a:p>
          <a:p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B06F3DC0-B36C-A7A7-6F0B-F7990A8CF06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2899798" y="4205767"/>
            <a:ext cx="6392403" cy="22539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90332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C6A5E273-B770-3E90-B388-82A77BBDD16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1279543"/>
            <a:ext cx="12192000" cy="42989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47720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D0C0273-BE99-EDAF-59B0-7434CCDC5F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Aconteceu algum erro???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33A70A7-5378-342D-F199-B2ADA5C16B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b="1" dirty="0">
                <a:solidFill>
                  <a:srgbClr val="FF0000"/>
                </a:solidFill>
              </a:rPr>
              <a:t>Refaça os passos com atenção!!!</a:t>
            </a:r>
          </a:p>
        </p:txBody>
      </p:sp>
      <p:pic>
        <p:nvPicPr>
          <p:cNvPr id="1026" name="Picture 2" descr="Erros em sites: aprenda a identificar os principais e a buscar soluções">
            <a:extLst>
              <a:ext uri="{FF2B5EF4-FFF2-40B4-BE49-F238E27FC236}">
                <a16:creationId xmlns:a16="http://schemas.microsoft.com/office/drawing/2014/main" id="{9156C7BA-24A0-9C61-C855-3051C00445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96000" y="2794000"/>
            <a:ext cx="5400000" cy="3600000"/>
          </a:xfrm>
          <a:prstGeom prst="rect">
            <a:avLst/>
          </a:prstGeom>
          <a:noFill/>
          <a:effectLst>
            <a:softEdge rad="3175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755388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5CD78A-8BE0-8AA0-16C3-8F95DD848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Instalando o Eclipse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D1E65D1-4A08-6C5B-257D-9635448282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Vamos instalar a versão atual do Eclipse.</a:t>
            </a:r>
            <a:br>
              <a:rPr lang="pt-BR" dirty="0"/>
            </a:br>
            <a:r>
              <a:rPr lang="pt-BR" dirty="0"/>
              <a:t>Selecione a versão:</a:t>
            </a:r>
            <a:br>
              <a:rPr lang="pt-BR" dirty="0"/>
            </a:br>
            <a:br>
              <a:rPr lang="pt-BR" dirty="0"/>
            </a:br>
            <a:r>
              <a:rPr lang="pt-BR" dirty="0"/>
              <a:t>Eclipse IDE for Java </a:t>
            </a:r>
            <a:r>
              <a:rPr lang="pt-BR" dirty="0" err="1"/>
              <a:t>Developers</a:t>
            </a:r>
            <a:endParaRPr lang="pt-BR" dirty="0"/>
          </a:p>
          <a:p>
            <a:pPr marL="0" indent="0">
              <a:buNone/>
            </a:pPr>
            <a:r>
              <a:rPr lang="pt-BR" dirty="0"/>
              <a:t> </a:t>
            </a:r>
            <a:br>
              <a:rPr lang="pt-BR" dirty="0"/>
            </a:br>
            <a:r>
              <a:rPr lang="pt-BR" dirty="0"/>
              <a:t>Clique nela.</a:t>
            </a:r>
            <a:br>
              <a:rPr lang="pt-BR" dirty="0"/>
            </a:br>
            <a:br>
              <a:rPr lang="pt-BR" dirty="0"/>
            </a:br>
            <a:endParaRPr lang="pt-BR" dirty="0"/>
          </a:p>
          <a:p>
            <a:endParaRPr lang="pt-BR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776669C5-9336-EAAA-159C-9D15548A694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6357147" y="1020849"/>
            <a:ext cx="4956631" cy="50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86803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5CD78A-8BE0-8AA0-16C3-8F95DD848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Instalando o Eclipse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D1E65D1-4A08-6C5B-257D-9635448282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Se certifique que o Eclipse reconheça a</a:t>
            </a:r>
            <a:br>
              <a:rPr lang="pt-BR" dirty="0"/>
            </a:br>
            <a:r>
              <a:rPr lang="pt-BR" dirty="0"/>
              <a:t>versão do </a:t>
            </a:r>
            <a:r>
              <a:rPr lang="pt-BR" dirty="0" err="1"/>
              <a:t>OpenJDK</a:t>
            </a:r>
            <a:r>
              <a:rPr lang="pt-BR" dirty="0"/>
              <a:t> instalada:</a:t>
            </a:r>
            <a:br>
              <a:rPr lang="pt-BR" dirty="0"/>
            </a:br>
            <a:br>
              <a:rPr lang="pt-BR" dirty="0"/>
            </a:br>
            <a:r>
              <a:rPr lang="pt-BR" sz="1800" dirty="0"/>
              <a:t>C:\Program Files\Microsoft\jdk-17.0.6.10-hotspot</a:t>
            </a:r>
            <a:br>
              <a:rPr lang="pt-BR" dirty="0"/>
            </a:br>
            <a:r>
              <a:rPr lang="pt-BR" dirty="0"/>
              <a:t> </a:t>
            </a:r>
            <a:br>
              <a:rPr lang="pt-BR" dirty="0"/>
            </a:br>
            <a:r>
              <a:rPr lang="pt-BR" dirty="0"/>
              <a:t>Agora clique em </a:t>
            </a:r>
            <a:r>
              <a:rPr lang="pt-BR" dirty="0" err="1"/>
              <a:t>Install</a:t>
            </a:r>
            <a:r>
              <a:rPr lang="pt-BR" dirty="0"/>
              <a:t>.</a:t>
            </a:r>
            <a:br>
              <a:rPr lang="pt-BR" dirty="0"/>
            </a:br>
            <a:br>
              <a:rPr lang="pt-BR" dirty="0"/>
            </a:br>
            <a:endParaRPr lang="pt-BR" dirty="0"/>
          </a:p>
          <a:p>
            <a:endParaRPr lang="pt-BR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776669C5-9336-EAAA-159C-9D15548A694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5909564" y="370521"/>
            <a:ext cx="6080164" cy="61169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84015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761532-B31D-C88F-59EC-1ACE0E9B5B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D44882C-BCE7-7BE2-9517-EFAEE958D3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Instalando o Eclipse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7F6F62F-2E36-501D-3D18-07FFF3F56D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4129" y="2286000"/>
            <a:ext cx="4904056" cy="4023360"/>
          </a:xfrm>
        </p:spPr>
        <p:txBody>
          <a:bodyPr/>
          <a:lstStyle/>
          <a:p>
            <a:r>
              <a:rPr lang="pt-BR" dirty="0"/>
              <a:t>Se certifique que o Eclipse reconheça a</a:t>
            </a:r>
            <a:br>
              <a:rPr lang="pt-BR" dirty="0"/>
            </a:br>
            <a:r>
              <a:rPr lang="pt-BR" dirty="0"/>
              <a:t>versão do </a:t>
            </a:r>
            <a:r>
              <a:rPr lang="pt-BR" dirty="0" err="1"/>
              <a:t>OpenJDK</a:t>
            </a:r>
            <a:r>
              <a:rPr lang="pt-BR" dirty="0"/>
              <a:t> instalada:</a:t>
            </a:r>
            <a:br>
              <a:rPr lang="pt-BR" dirty="0"/>
            </a:br>
            <a:br>
              <a:rPr lang="pt-BR" dirty="0"/>
            </a:br>
            <a:r>
              <a:rPr lang="pt-BR" sz="1800" dirty="0"/>
              <a:t>C:\Program Files\Microsoft\jdk-21.0.2.13-hotspot</a:t>
            </a:r>
            <a:br>
              <a:rPr lang="pt-BR" dirty="0"/>
            </a:br>
            <a:r>
              <a:rPr lang="pt-BR" dirty="0"/>
              <a:t> </a:t>
            </a:r>
            <a:br>
              <a:rPr lang="pt-BR" dirty="0"/>
            </a:br>
            <a:r>
              <a:rPr lang="pt-BR" dirty="0"/>
              <a:t>Agora clique em </a:t>
            </a:r>
            <a:r>
              <a:rPr lang="pt-BR" dirty="0" err="1"/>
              <a:t>Install</a:t>
            </a:r>
            <a:r>
              <a:rPr lang="pt-BR" dirty="0"/>
              <a:t>.</a:t>
            </a:r>
            <a:br>
              <a:rPr lang="pt-BR" dirty="0"/>
            </a:br>
            <a:br>
              <a:rPr lang="pt-BR" dirty="0"/>
            </a:br>
            <a:endParaRPr lang="pt-BR" dirty="0"/>
          </a:p>
          <a:p>
            <a:endParaRPr lang="pt-BR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04990BED-D379-9BD4-D4BD-98A661DDA25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5928184" y="370521"/>
            <a:ext cx="6042924" cy="61169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92970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5CD78A-8BE0-8AA0-16C3-8F95DD848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Instalando o Eclipse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D1E65D1-4A08-6C5B-257D-9635448282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Leia e Aceite o Termo de Compromisso:</a:t>
            </a:r>
            <a:br>
              <a:rPr lang="pt-BR" dirty="0"/>
            </a:br>
            <a:br>
              <a:rPr lang="pt-BR" dirty="0"/>
            </a:br>
            <a:r>
              <a:rPr lang="pt-BR" dirty="0"/>
              <a:t>Após ler, clique em “</a:t>
            </a:r>
            <a:r>
              <a:rPr lang="pt-BR" dirty="0" err="1"/>
              <a:t>Accept</a:t>
            </a:r>
            <a:r>
              <a:rPr lang="pt-BR" dirty="0"/>
              <a:t> </a:t>
            </a:r>
            <a:r>
              <a:rPr lang="pt-BR" dirty="0" err="1"/>
              <a:t>Now</a:t>
            </a:r>
            <a:r>
              <a:rPr lang="pt-BR" dirty="0"/>
              <a:t>”.</a:t>
            </a:r>
            <a:br>
              <a:rPr lang="pt-BR" dirty="0"/>
            </a:br>
            <a:br>
              <a:rPr lang="pt-BR" dirty="0"/>
            </a:br>
            <a:r>
              <a:rPr lang="pt-BR" dirty="0"/>
              <a:t>Aguarde a instalação.</a:t>
            </a:r>
            <a:br>
              <a:rPr lang="pt-BR" dirty="0"/>
            </a:br>
            <a:br>
              <a:rPr lang="pt-BR" dirty="0"/>
            </a:br>
            <a:r>
              <a:rPr lang="pt-BR" dirty="0"/>
              <a:t>Ps.: Pode demorar um pouco.</a:t>
            </a:r>
            <a:br>
              <a:rPr lang="pt-BR" dirty="0"/>
            </a:br>
            <a:br>
              <a:rPr lang="pt-BR" dirty="0"/>
            </a:br>
            <a:endParaRPr lang="pt-BR" dirty="0"/>
          </a:p>
          <a:p>
            <a:endParaRPr lang="pt-BR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776669C5-9336-EAAA-159C-9D15548A694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6450919" y="1176288"/>
            <a:ext cx="4769086" cy="47291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43918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5CD78A-8BE0-8AA0-16C3-8F95DD848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Instalando o Eclipse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D1E65D1-4A08-6C5B-257D-9635448282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Aguarde a instalação dos pacotes</a:t>
            </a:r>
            <a:br>
              <a:rPr lang="pt-BR" dirty="0"/>
            </a:br>
            <a:r>
              <a:rPr lang="pt-BR" dirty="0"/>
              <a:t>necessários...</a:t>
            </a:r>
            <a:br>
              <a:rPr lang="pt-BR" dirty="0"/>
            </a:br>
            <a:r>
              <a:rPr lang="pt-BR" dirty="0"/>
              <a:t>Se demorar, faça um café!</a:t>
            </a:r>
          </a:p>
          <a:p>
            <a:endParaRPr lang="pt-BR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776669C5-9336-EAAA-159C-9D15548A694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6472337" y="1156305"/>
            <a:ext cx="4726249" cy="47690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092380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BEBED7-1265-ECE1-A393-450161FD31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89C1283-1EF4-2037-D956-9021B643C1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Instalando o Eclipse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8F657CC-7849-292F-6376-45DA17FEC7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Se tudo ocorreu bem, </a:t>
            </a:r>
            <a:br>
              <a:rPr lang="pt-BR" dirty="0"/>
            </a:br>
            <a:r>
              <a:rPr lang="pt-BR" dirty="0"/>
              <a:t>Clique em </a:t>
            </a:r>
            <a:r>
              <a:rPr lang="pt-BR" dirty="0" err="1"/>
              <a:t>Launch</a:t>
            </a:r>
            <a:r>
              <a:rPr lang="pt-BR" dirty="0"/>
              <a:t>:</a:t>
            </a:r>
          </a:p>
          <a:p>
            <a:endParaRPr lang="pt-BR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52D85D80-24CD-730C-3BAE-67EFA351A14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5901266" y="379186"/>
            <a:ext cx="6035709" cy="6099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71033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5CD78A-8BE0-8AA0-16C3-8F95DD848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Instalando o Eclipse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D1E65D1-4A08-6C5B-257D-9635448282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Selecione o seu espaço de trabalho,</a:t>
            </a:r>
            <a:br>
              <a:rPr lang="pt-BR" dirty="0"/>
            </a:br>
            <a:r>
              <a:rPr lang="pt-BR" dirty="0"/>
              <a:t>Iremos deixar o padrão.</a:t>
            </a:r>
            <a:br>
              <a:rPr lang="pt-BR" dirty="0"/>
            </a:br>
            <a:br>
              <a:rPr lang="pt-BR" dirty="0"/>
            </a:br>
            <a:r>
              <a:rPr lang="pt-BR" dirty="0"/>
              <a:t>Clique em </a:t>
            </a:r>
            <a:r>
              <a:rPr lang="pt-BR" dirty="0" err="1"/>
              <a:t>launch</a:t>
            </a:r>
            <a:r>
              <a:rPr lang="pt-BR" dirty="0"/>
              <a:t> novamente.</a:t>
            </a:r>
          </a:p>
          <a:p>
            <a:endParaRPr lang="pt-BR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776669C5-9336-EAAA-159C-9D15548A694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5367186" y="1906009"/>
            <a:ext cx="6451488" cy="3045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374035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m 9">
            <a:extLst>
              <a:ext uri="{FF2B5EF4-FFF2-40B4-BE49-F238E27FC236}">
                <a16:creationId xmlns:a16="http://schemas.microsoft.com/office/drawing/2014/main" id="{EEE89F0C-AE0F-EFE2-6B08-CF1ACA1C6F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8579" y="0"/>
            <a:ext cx="911484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316575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BA52FAB-5101-0057-A058-D747818382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Dúvidas???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3BE0B24-9EF8-EC3C-C73A-9D5AFA2819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3000" dirty="0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Contato:</a:t>
            </a:r>
          </a:p>
          <a:p>
            <a:endParaRPr lang="pt-BR" sz="3000" dirty="0">
              <a:latin typeface="JetBrains Mono" panose="02000009000000000000" pitchFamily="49" charset="0"/>
              <a:ea typeface="JetBrains Mono" panose="02000009000000000000" pitchFamily="49" charset="0"/>
              <a:cs typeface="JetBrains Mono" panose="02000009000000000000" pitchFamily="49" charset="0"/>
            </a:endParaRPr>
          </a:p>
          <a:p>
            <a:r>
              <a:rPr lang="pt-BR" sz="3000" dirty="0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  <a:hlinkClick r:id="rId2"/>
              </a:rPr>
              <a:t>profdanhpaiva@gmail.com</a:t>
            </a:r>
            <a:endParaRPr lang="pt-BR" sz="3000" dirty="0">
              <a:latin typeface="JetBrains Mono" panose="02000009000000000000" pitchFamily="49" charset="0"/>
              <a:ea typeface="JetBrains Mono" panose="02000009000000000000" pitchFamily="49" charset="0"/>
              <a:cs typeface="JetBrains Mono" panose="02000009000000000000" pitchFamily="49" charset="0"/>
            </a:endParaRPr>
          </a:p>
          <a:p>
            <a:r>
              <a:rPr lang="pt-BR" sz="3000" dirty="0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  <a:hlinkClick r:id="rId3"/>
              </a:rPr>
              <a:t>daniel.h.paiva@ulife.com.br</a:t>
            </a:r>
            <a:endParaRPr lang="pt-BR" sz="3000" dirty="0">
              <a:latin typeface="JetBrains Mono" panose="02000009000000000000" pitchFamily="49" charset="0"/>
              <a:ea typeface="JetBrains Mono" panose="02000009000000000000" pitchFamily="49" charset="0"/>
              <a:cs typeface="JetBrains Mono" panose="02000009000000000000" pitchFamily="49" charset="0"/>
            </a:endParaRPr>
          </a:p>
          <a:p>
            <a:endParaRPr lang="pt-BR" sz="3000" dirty="0">
              <a:latin typeface="JetBrains Mono" panose="02000009000000000000" pitchFamily="49" charset="0"/>
              <a:ea typeface="JetBrains Mono" panose="02000009000000000000" pitchFamily="49" charset="0"/>
              <a:cs typeface="JetBrains Mono" panose="02000009000000000000" pitchFamily="49" charset="0"/>
            </a:endParaRPr>
          </a:p>
        </p:txBody>
      </p:sp>
      <p:pic>
        <p:nvPicPr>
          <p:cNvPr id="2050" name="Picture 2" descr="Email, Open Mail Icon Gráfico por hr-gold · Creative Fabrica">
            <a:extLst>
              <a:ext uri="{FF2B5EF4-FFF2-40B4-BE49-F238E27FC236}">
                <a16:creationId xmlns:a16="http://schemas.microsoft.com/office/drawing/2014/main" id="{10A8ED8C-6B7C-2355-A65F-7EB7FC82D0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52267" y="585215"/>
            <a:ext cx="3615605" cy="23439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0064455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Integral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36803863_TF22378848.potx" id="{53269024-24FC-4B17-B3AE-3D7549CE191E}" vid="{01B4D491-F3F2-4E5D-94E6-F1FCB1EFD3D9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1" ma:contentTypeDescription="Create a new document." ma:contentTypeScope="" ma:versionID="9677210f24a1be23c92c90fd886aa0aa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60e05723c5c1908df1a1a4ebf11d344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B61EAB5F-88FC-4FAE-AE3C-037A3C365EB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F44C90D-2A62-4985-9618-3460247437B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88A2F88-55C5-4ED1-9541-807C65424763}">
  <ds:schemaRefs>
    <ds:schemaRef ds:uri="http://purl.org/dc/elements/1.1/"/>
    <ds:schemaRef ds:uri="71af3243-3dd4-4a8d-8c0d-dd76da1f02a5"/>
    <ds:schemaRef ds:uri="http://schemas.microsoft.com/office/2006/documentManagement/types"/>
    <ds:schemaRef ds:uri="http://purl.org/dc/dcmitype/"/>
    <ds:schemaRef ds:uri="http://schemas.microsoft.com/office/2006/metadata/properties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16c05727-aa75-4e4a-9b5f-8a80a1165891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Design integral</Template>
  <TotalTime>66</TotalTime>
  <Words>528</Words>
  <Application>Microsoft Office PowerPoint</Application>
  <PresentationFormat>Widescreen</PresentationFormat>
  <Paragraphs>48</Paragraphs>
  <Slides>19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19</vt:i4>
      </vt:variant>
    </vt:vector>
  </HeadingPairs>
  <TitlesOfParts>
    <vt:vector size="27" baseType="lpstr">
      <vt:lpstr>Calibri</vt:lpstr>
      <vt:lpstr>Cascadia Code</vt:lpstr>
      <vt:lpstr>JetBrains Mono</vt:lpstr>
      <vt:lpstr>Roboto</vt:lpstr>
      <vt:lpstr>Tw Cen MT</vt:lpstr>
      <vt:lpstr>Tw Cen MT Condensed</vt:lpstr>
      <vt:lpstr>Wingdings 3</vt:lpstr>
      <vt:lpstr>Integral</vt:lpstr>
      <vt:lpstr>Programação de Soluções computacionais - instalações</vt:lpstr>
      <vt:lpstr>Baixe o openjdk e o eclipse</vt:lpstr>
      <vt:lpstr>Instalando o Openjdk</vt:lpstr>
      <vt:lpstr>Instalando o Openjdk</vt:lpstr>
      <vt:lpstr>Instalando o Openjdk</vt:lpstr>
      <vt:lpstr>Instalando o Openjdk</vt:lpstr>
      <vt:lpstr>Instalando o Openjdk</vt:lpstr>
      <vt:lpstr>Instalando o Openjdk</vt:lpstr>
      <vt:lpstr>Apresentação do PowerPoint</vt:lpstr>
      <vt:lpstr>Aconteceu algum erro???</vt:lpstr>
      <vt:lpstr>Instalando o Eclipse</vt:lpstr>
      <vt:lpstr>Instalando o Eclipse</vt:lpstr>
      <vt:lpstr>Instalando o Eclipse</vt:lpstr>
      <vt:lpstr>Instalando o Eclipse</vt:lpstr>
      <vt:lpstr>Instalando o Eclipse</vt:lpstr>
      <vt:lpstr>Instalando o Eclipse</vt:lpstr>
      <vt:lpstr>Instalando o Eclipse</vt:lpstr>
      <vt:lpstr>Apresentação do PowerPoint</vt:lpstr>
      <vt:lpstr>Dúvidas???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Instalacao - Eclipse IDE</dc:title>
  <dc:creator>Admin</dc:creator>
  <cp:lastModifiedBy>paiva</cp:lastModifiedBy>
  <cp:revision>30</cp:revision>
  <dcterms:created xsi:type="dcterms:W3CDTF">2023-02-26T16:03:57Z</dcterms:created>
  <dcterms:modified xsi:type="dcterms:W3CDTF">2025-09-20T14:30:30Z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